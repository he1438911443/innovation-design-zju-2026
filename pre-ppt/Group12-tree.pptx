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Lst>
  <p:notesMasterIdLst>
    <p:notesMasterId r:id="rId18"/>
  </p:notesMasterIdLst>
  <p:handoutMasterIdLst>
    <p:handoutMasterId r:id="rId19"/>
  </p:handoutMasterIdLst>
  <p:sldIdLst>
    <p:sldId id="339" r:id="rId4"/>
    <p:sldId id="340" r:id="rId5"/>
    <p:sldId id="341" r:id="rId6"/>
    <p:sldId id="342" r:id="rId7"/>
    <p:sldId id="343" r:id="rId8"/>
    <p:sldId id="344" r:id="rId9"/>
    <p:sldId id="356" r:id="rId10"/>
    <p:sldId id="357" r:id="rId11"/>
    <p:sldId id="346" r:id="rId12"/>
    <p:sldId id="360" r:id="rId13"/>
    <p:sldId id="361" r:id="rId14"/>
    <p:sldId id="363" r:id="rId15"/>
    <p:sldId id="364" r:id="rId16"/>
    <p:sldId id="352"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9889"/>
    <a:srgbClr val="4B7363"/>
    <a:srgbClr val="CAE1AF"/>
    <a:srgbClr val="F4F9EC"/>
    <a:srgbClr val="49B133"/>
    <a:srgbClr val="7CC150"/>
    <a:srgbClr val="8FC757"/>
    <a:srgbClr val="577A24"/>
    <a:srgbClr val="F1F8E7"/>
    <a:srgbClr val="3BAB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08" autoAdjust="0"/>
    <p:restoredTop sz="94660"/>
  </p:normalViewPr>
  <p:slideViewPr>
    <p:cSldViewPr snapToGrid="0">
      <p:cViewPr varScale="1">
        <p:scale>
          <a:sx n="78" d="100"/>
          <a:sy n="78" d="100"/>
        </p:scale>
        <p:origin x="86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accent1">
            <a:lumMod val="20000"/>
            <a:lumOff val="80000"/>
            <a:alpha val="59000"/>
          </a:schemeClr>
        </a:solidFill>
        <a:effectLst/>
      </p:bgPr>
    </p:bg>
    <p:spTree>
      <p:nvGrpSpPr>
        <p:cNvPr id="1" name=""/>
        <p:cNvGrpSpPr/>
        <p:nvPr/>
      </p:nvGrpSpPr>
      <p:grpSpPr>
        <a:xfrm>
          <a:off x="0" y="0"/>
          <a:ext cx="0" cy="0"/>
          <a:chOff x="0" y="0"/>
          <a:chExt cx="0" cy="0"/>
        </a:xfrm>
      </p:grpSpPr>
      <p:sp>
        <p:nvSpPr>
          <p:cNvPr id="11" name="幻雨工作室版权所有_1"/>
          <p:cNvSpPr/>
          <p:nvPr userDrawn="1"/>
        </p:nvSpPr>
        <p:spPr>
          <a:xfrm>
            <a:off x="1" y="-1139"/>
            <a:ext cx="7919635" cy="6901814"/>
          </a:xfrm>
          <a:custGeom>
            <a:avLst/>
            <a:gdLst>
              <a:gd name="connsiteX0" fmla="*/ 0 w 7919635"/>
              <a:gd name="connsiteY0" fmla="*/ 0 h 6901814"/>
              <a:gd name="connsiteX1" fmla="*/ 5616743 w 7919635"/>
              <a:gd name="connsiteY1" fmla="*/ 0 h 6901814"/>
              <a:gd name="connsiteX2" fmla="*/ 5510496 w 7919635"/>
              <a:gd name="connsiteY2" fmla="*/ 137200 h 6901814"/>
              <a:gd name="connsiteX3" fmla="*/ 4956761 w 7919635"/>
              <a:gd name="connsiteY3" fmla="*/ 1438226 h 6901814"/>
              <a:gd name="connsiteX4" fmla="*/ 7521995 w 7919635"/>
              <a:gd name="connsiteY4" fmla="*/ 4382723 h 6901814"/>
              <a:gd name="connsiteX5" fmla="*/ 7915104 w 7919635"/>
              <a:gd name="connsiteY5" fmla="*/ 6847652 h 6901814"/>
              <a:gd name="connsiteX6" fmla="*/ 7919635 w 7919635"/>
              <a:gd name="connsiteY6" fmla="*/ 6901814 h 6901814"/>
              <a:gd name="connsiteX7" fmla="*/ 0 w 7919635"/>
              <a:gd name="connsiteY7" fmla="*/ 6901814 h 690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19635" h="6901814">
                <a:moveTo>
                  <a:pt x="0" y="0"/>
                </a:moveTo>
                <a:lnTo>
                  <a:pt x="5616743" y="0"/>
                </a:lnTo>
                <a:lnTo>
                  <a:pt x="5510496" y="137200"/>
                </a:lnTo>
                <a:cubicBezTo>
                  <a:pt x="5169801" y="591265"/>
                  <a:pt x="4898828" y="1036704"/>
                  <a:pt x="4956761" y="1438226"/>
                </a:cubicBezTo>
                <a:cubicBezTo>
                  <a:pt x="5111250" y="2508953"/>
                  <a:pt x="6961523" y="3202491"/>
                  <a:pt x="7521995" y="4382723"/>
                </a:cubicBezTo>
                <a:cubicBezTo>
                  <a:pt x="7837259" y="5046604"/>
                  <a:pt x="7851279" y="5990238"/>
                  <a:pt x="7915104" y="6847652"/>
                </a:cubicBezTo>
                <a:lnTo>
                  <a:pt x="7919635" y="6901814"/>
                </a:lnTo>
                <a:lnTo>
                  <a:pt x="0" y="6901814"/>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和七个小矮人" panose="00000500000000000000" charset="-122"/>
              <a:ea typeface="阿里巴巴和七个小矮人" panose="00000500000000000000" charset="-122"/>
            </a:endParaRPr>
          </a:p>
        </p:txBody>
      </p:sp>
      <p:sp>
        <p:nvSpPr>
          <p:cNvPr id="6" name="幻雨工作室版权所有_2"/>
          <p:cNvSpPr/>
          <p:nvPr userDrawn="1"/>
        </p:nvSpPr>
        <p:spPr>
          <a:xfrm>
            <a:off x="927100" y="768350"/>
            <a:ext cx="10337801" cy="5321300"/>
          </a:xfrm>
          <a:prstGeom prst="roundRect">
            <a:avLst>
              <a:gd name="adj" fmla="val 282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和七个小矮人" panose="00000500000000000000" charset="-122"/>
              <a:ea typeface="阿里巴巴和七个小矮人" panose="00000500000000000000" charset="-122"/>
            </a:endParaRPr>
          </a:p>
        </p:txBody>
      </p:sp>
      <p:sp>
        <p:nvSpPr>
          <p:cNvPr id="7" name="幻雨工作室版权所有_3"/>
          <p:cNvSpPr/>
          <p:nvPr userDrawn="1"/>
        </p:nvSpPr>
        <p:spPr>
          <a:xfrm>
            <a:off x="927100" y="768350"/>
            <a:ext cx="10337801" cy="5321300"/>
          </a:xfrm>
          <a:prstGeom prst="roundRect">
            <a:avLst>
              <a:gd name="adj" fmla="val 2825"/>
            </a:avLst>
          </a:prstGeom>
          <a:solidFill>
            <a:schemeClr val="bg1"/>
          </a:solidFill>
          <a:ln>
            <a:noFill/>
          </a:ln>
          <a:effectLst>
            <a:outerShdw blurRad="635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和七个小矮人" panose="00000500000000000000" charset="-122"/>
              <a:ea typeface="阿里巴巴和七个小矮人" panose="00000500000000000000" charset="-122"/>
            </a:endParaRPr>
          </a:p>
        </p:txBody>
      </p:sp>
      <p:pic>
        <p:nvPicPr>
          <p:cNvPr id="12" name="幻雨工作室版权所有_4"/>
          <p:cNvPicPr>
            <a:picLocks noChangeAspect="1"/>
          </p:cNvPicPr>
          <p:nvPr userDrawn="1"/>
        </p:nvPicPr>
        <p:blipFill>
          <a:blip r:embed="rId2"/>
          <a:stretch>
            <a:fillRect/>
          </a:stretch>
        </p:blipFill>
        <p:spPr>
          <a:xfrm>
            <a:off x="8791704" y="-1139"/>
            <a:ext cx="3401863" cy="4621169"/>
          </a:xfrm>
          <a:prstGeom prst="rect">
            <a:avLst/>
          </a:prstGeom>
        </p:spPr>
      </p:pic>
      <p:pic>
        <p:nvPicPr>
          <p:cNvPr id="14" name="幻雨工作室版权所有_5"/>
          <p:cNvPicPr>
            <a:picLocks noChangeAspect="1"/>
          </p:cNvPicPr>
          <p:nvPr userDrawn="1"/>
        </p:nvPicPr>
        <p:blipFill>
          <a:blip r:embed="rId3"/>
          <a:stretch>
            <a:fillRect/>
          </a:stretch>
        </p:blipFill>
        <p:spPr>
          <a:xfrm>
            <a:off x="-694" y="2279506"/>
            <a:ext cx="4499238" cy="4578493"/>
          </a:xfrm>
          <a:prstGeom prst="rect">
            <a:avLst/>
          </a:prstGeom>
        </p:spPr>
      </p:pic>
      <p:sp>
        <p:nvSpPr>
          <p:cNvPr id="8" name="幻雨工作室版权所有_6"/>
          <p:cNvSpPr/>
          <p:nvPr userDrawn="1"/>
        </p:nvSpPr>
        <p:spPr>
          <a:xfrm>
            <a:off x="578734" y="515623"/>
            <a:ext cx="11034532" cy="5826754"/>
          </a:xfrm>
          <a:prstGeom prst="roundRect">
            <a:avLst>
              <a:gd name="adj" fmla="val 2825"/>
            </a:avLst>
          </a:prstGeom>
          <a:noFill/>
          <a:ln w="50800">
            <a:solidFill>
              <a:schemeClr val="bg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和七个小矮人" panose="00000500000000000000" charset="-122"/>
              <a:ea typeface="阿里巴巴和七个小矮人" panose="00000500000000000000"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4" name="幻雨工作室版权所有_1"/>
          <p:cNvPicPr>
            <a:picLocks noChangeAspect="1"/>
          </p:cNvPicPr>
          <p:nvPr userDrawn="1"/>
        </p:nvPicPr>
        <p:blipFill>
          <a:blip r:embed="rId2"/>
          <a:stretch>
            <a:fillRect/>
          </a:stretch>
        </p:blipFill>
        <p:spPr>
          <a:xfrm flipH="1">
            <a:off x="0" y="0"/>
            <a:ext cx="1423315" cy="1933464"/>
          </a:xfrm>
          <a:prstGeom prst="rect">
            <a:avLst/>
          </a:prstGeom>
        </p:spPr>
      </p:pic>
      <p:pic>
        <p:nvPicPr>
          <p:cNvPr id="5" name="幻雨工作室版权所有_2"/>
          <p:cNvPicPr>
            <a:picLocks noChangeAspect="1"/>
          </p:cNvPicPr>
          <p:nvPr userDrawn="1"/>
        </p:nvPicPr>
        <p:blipFill>
          <a:blip r:embed="rId3"/>
          <a:stretch>
            <a:fillRect/>
          </a:stretch>
        </p:blipFill>
        <p:spPr>
          <a:xfrm flipH="1">
            <a:off x="10309551" y="4942391"/>
            <a:ext cx="1882449" cy="1915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文本卡片_3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AE10BA8-CBF4-40DB-9A18-DED250855E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D8BC00E5-C8CE-4730-9095-CFFFA989D6A0}" type="slidenum">
              <a:rPr lang="zh-CN" altLang="en-US" smtClean="0"/>
            </a:fld>
            <a:endParaRPr lang="zh-CN" altLang="en-US" dirty="0"/>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2" hasCustomPrompt="1"/>
            <p:custDataLst>
              <p:tags r:id="rId3"/>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914400" y="2082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9" name="文本占位符 8"/>
          <p:cNvSpPr>
            <a:spLocks noGrp="1"/>
          </p:cNvSpPr>
          <p:nvPr>
            <p:ph type="body" idx="16387" hasCustomPrompt="1"/>
            <p:custDataLst>
              <p:tags r:id="rId5"/>
            </p:custDataLst>
          </p:nvPr>
        </p:nvSpPr>
        <p:spPr>
          <a:xfrm>
            <a:off x="914400" y="2641600"/>
            <a:ext cx="28448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装饰  9"/>
          <p:cNvSpPr>
            <a:spLocks noGrp="1"/>
          </p:cNvSpPr>
          <p:nvPr>
            <p:ph type="body" idx="16393" hasCustomPrompt="1"/>
            <p:custDataLst>
              <p:tags r:id="rId6"/>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文本占位符 10"/>
          <p:cNvSpPr>
            <a:spLocks noGrp="1"/>
          </p:cNvSpPr>
          <p:nvPr>
            <p:ph type="body" idx="16388" hasCustomPrompt="1"/>
            <p:custDataLst>
              <p:tags r:id="rId7"/>
            </p:custDataLst>
          </p:nvPr>
        </p:nvSpPr>
        <p:spPr>
          <a:xfrm>
            <a:off x="4673600" y="2082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2" name="文本占位符 11"/>
          <p:cNvSpPr>
            <a:spLocks noGrp="1"/>
          </p:cNvSpPr>
          <p:nvPr>
            <p:ph type="body" idx="16389" hasCustomPrompt="1"/>
            <p:custDataLst>
              <p:tags r:id="rId8"/>
            </p:custDataLst>
          </p:nvPr>
        </p:nvSpPr>
        <p:spPr>
          <a:xfrm>
            <a:off x="4673600" y="2641600"/>
            <a:ext cx="28448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装饰  2"/>
          <p:cNvSpPr>
            <a:spLocks noGrp="1"/>
          </p:cNvSpPr>
          <p:nvPr>
            <p:ph type="body" idx="16394" hasCustomPrompt="1"/>
            <p:custDataLst>
              <p:tags r:id="rId9"/>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90" hasCustomPrompt="1"/>
            <p:custDataLst>
              <p:tags r:id="rId10"/>
            </p:custDataLst>
          </p:nvPr>
        </p:nvSpPr>
        <p:spPr>
          <a:xfrm>
            <a:off x="8432800" y="2082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91" hasCustomPrompt="1"/>
            <p:custDataLst>
              <p:tags r:id="rId11"/>
            </p:custDataLst>
          </p:nvPr>
        </p:nvSpPr>
        <p:spPr>
          <a:xfrm>
            <a:off x="8432800" y="2641600"/>
            <a:ext cx="28448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多列内容配文_3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AE10BA8-CBF4-40DB-9A18-DED250855E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D8BC00E5-C8CE-4730-9095-CFFFA989D6A0}" type="slidenum">
              <a:rPr lang="zh-CN" altLang="en-US" smtClean="0"/>
            </a:fld>
            <a:endParaRPr lang="zh-CN" altLang="en-US" dirty="0"/>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09600" y="47752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09600" y="5334000"/>
            <a:ext cx="345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内容占位符 9"/>
          <p:cNvSpPr>
            <a:spLocks noGrp="1"/>
          </p:cNvSpPr>
          <p:nvPr>
            <p:ph idx="16393" hasCustomPrompt="1"/>
            <p:custDataLst>
              <p:tags r:id="rId6"/>
            </p:custDataLst>
          </p:nvPr>
        </p:nvSpPr>
        <p:spPr>
          <a:xfrm>
            <a:off x="4368800" y="15240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文本占位符 10"/>
          <p:cNvSpPr>
            <a:spLocks noGrp="1"/>
          </p:cNvSpPr>
          <p:nvPr>
            <p:ph type="body" idx="16388" hasCustomPrompt="1"/>
            <p:custDataLst>
              <p:tags r:id="rId7"/>
            </p:custDataLst>
          </p:nvPr>
        </p:nvSpPr>
        <p:spPr>
          <a:xfrm>
            <a:off x="4368800" y="47752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8"/>
            </p:custDataLst>
          </p:nvPr>
        </p:nvSpPr>
        <p:spPr>
          <a:xfrm>
            <a:off x="4368800" y="5334000"/>
            <a:ext cx="345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内容占位符 12"/>
          <p:cNvSpPr>
            <a:spLocks noGrp="1"/>
          </p:cNvSpPr>
          <p:nvPr>
            <p:ph idx="16394" hasCustomPrompt="1"/>
            <p:custDataLst>
              <p:tags r:id="rId9"/>
            </p:custDataLst>
          </p:nvPr>
        </p:nvSpPr>
        <p:spPr>
          <a:xfrm>
            <a:off x="8128000" y="1524000"/>
            <a:ext cx="3454400" cy="2946400"/>
          </a:xfrm>
          <a:custGeom>
            <a:avLst/>
            <a:gdLst>
              <a:gd name="connisteX0" fmla="*/ 0 w 3454400"/>
              <a:gd name="connsiteY0" fmla="*/ 203200 h 2946400"/>
              <a:gd name="connisteX1" fmla="*/ 203200 w 3454400"/>
              <a:gd name="connsiteY1" fmla="*/ 0 h 2946400"/>
              <a:gd name="connisteX2" fmla="*/ 3251200 w 3454400"/>
              <a:gd name="connsiteY2" fmla="*/ 0 h 2946400"/>
              <a:gd name="connisteX3" fmla="*/ 3454400 w 3454400"/>
              <a:gd name="connsiteY3" fmla="*/ 203200 h 2946400"/>
              <a:gd name="connisteX4" fmla="*/ 3454400 w 3454400"/>
              <a:gd name="connsiteY4" fmla="*/ 2743200 h 2946400"/>
              <a:gd name="connisteX5" fmla="*/ 3251200 w 3454400"/>
              <a:gd name="connsiteY5" fmla="*/ 2946400 h 2946400"/>
              <a:gd name="connisteX6" fmla="*/ 203200 w 3454400"/>
              <a:gd name="connsiteY6" fmla="*/ 2946400 h 2946400"/>
              <a:gd name="connisteX7" fmla="*/ 0 w 3454400"/>
              <a:gd name="connsiteY7" fmla="*/ 2743200 h 2946400"/>
              <a:gd name="connisteX8" fmla="*/ 0 w 34544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946400">
                <a:moveTo>
                  <a:pt x="0" y="203200"/>
                </a:moveTo>
                <a:cubicBezTo>
                  <a:pt x="0" y="90976"/>
                  <a:pt x="90976" y="0"/>
                  <a:pt x="203200" y="0"/>
                </a:cubicBezTo>
                <a:lnTo>
                  <a:pt x="3251200" y="0"/>
                </a:lnTo>
                <a:cubicBezTo>
                  <a:pt x="3363424" y="0"/>
                  <a:pt x="3454400" y="90976"/>
                  <a:pt x="3454400" y="203200"/>
                </a:cubicBezTo>
                <a:lnTo>
                  <a:pt x="3454400" y="2743200"/>
                </a:lnTo>
                <a:cubicBezTo>
                  <a:pt x="3454400" y="2855424"/>
                  <a:pt x="3363424" y="2946400"/>
                  <a:pt x="32512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90" hasCustomPrompt="1"/>
            <p:custDataLst>
              <p:tags r:id="rId10"/>
            </p:custDataLst>
          </p:nvPr>
        </p:nvSpPr>
        <p:spPr>
          <a:xfrm>
            <a:off x="8128000" y="4775200"/>
            <a:ext cx="345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11"/>
            </p:custDataLst>
          </p:nvPr>
        </p:nvSpPr>
        <p:spPr>
          <a:xfrm>
            <a:off x="8128000" y="5334000"/>
            <a:ext cx="345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多行文本_3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AE10BA8-CBF4-40DB-9A18-DED250855E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D8BC00E5-C8CE-4730-9095-CFFFA989D6A0}" type="slidenum">
              <a:rPr lang="zh-CN" altLang="en-US" smtClean="0"/>
            </a:fld>
            <a:endParaRPr lang="zh-CN" altLang="en-US" dirty="0"/>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2" hasCustomPrompt="1"/>
            <p:custDataLst>
              <p:tags r:id="rId3"/>
            </p:custDataLst>
          </p:nvPr>
        </p:nvSpPr>
        <p:spPr>
          <a:xfrm>
            <a:off x="609600" y="15240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7" hasCustomPrompt="1"/>
            <p:custDataLst>
              <p:tags r:id="rId4"/>
            </p:custDataLst>
          </p:nvPr>
        </p:nvSpPr>
        <p:spPr>
          <a:xfrm>
            <a:off x="933450" y="18923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01</a:t>
            </a:r>
            <a:endParaRPr lang="zh-CN" altLang="en-US" smtClean="0"/>
          </a:p>
        </p:txBody>
      </p:sp>
      <p:sp>
        <p:nvSpPr>
          <p:cNvPr id="9" name="文本占位符 8"/>
          <p:cNvSpPr>
            <a:spLocks noGrp="1"/>
          </p:cNvSpPr>
          <p:nvPr>
            <p:ph type="body" idx="16386" hasCustomPrompt="1"/>
            <p:custDataLst>
              <p:tags r:id="rId5"/>
            </p:custDataLst>
          </p:nvPr>
        </p:nvSpPr>
        <p:spPr>
          <a:xfrm>
            <a:off x="2082800" y="1955800"/>
            <a:ext cx="9194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装饰  9"/>
          <p:cNvSpPr>
            <a:spLocks noGrp="1"/>
          </p:cNvSpPr>
          <p:nvPr>
            <p:ph type="body" idx="16393" hasCustomPrompt="1"/>
            <p:custDataLst>
              <p:tags r:id="rId6"/>
            </p:custDataLst>
          </p:nvPr>
        </p:nvSpPr>
        <p:spPr>
          <a:xfrm>
            <a:off x="609600" y="31496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文本占位符 10"/>
          <p:cNvSpPr>
            <a:spLocks noGrp="1"/>
          </p:cNvSpPr>
          <p:nvPr>
            <p:ph type="body" idx="16389" hasCustomPrompt="1"/>
            <p:custDataLst>
              <p:tags r:id="rId7"/>
            </p:custDataLst>
          </p:nvPr>
        </p:nvSpPr>
        <p:spPr>
          <a:xfrm>
            <a:off x="933450" y="35179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02</a:t>
            </a:r>
            <a:endParaRPr lang="zh-CN" altLang="en-US" smtClean="0"/>
          </a:p>
        </p:txBody>
      </p:sp>
      <p:sp>
        <p:nvSpPr>
          <p:cNvPr id="12" name="文本占位符 11"/>
          <p:cNvSpPr>
            <a:spLocks noGrp="1"/>
          </p:cNvSpPr>
          <p:nvPr>
            <p:ph type="body" idx="16388" hasCustomPrompt="1"/>
            <p:custDataLst>
              <p:tags r:id="rId8"/>
            </p:custDataLst>
          </p:nvPr>
        </p:nvSpPr>
        <p:spPr>
          <a:xfrm>
            <a:off x="2082800" y="3581400"/>
            <a:ext cx="9194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装饰  2"/>
          <p:cNvSpPr>
            <a:spLocks noGrp="1"/>
          </p:cNvSpPr>
          <p:nvPr>
            <p:ph type="body" idx="16394" hasCustomPrompt="1"/>
            <p:custDataLst>
              <p:tags r:id="rId9"/>
            </p:custDataLst>
          </p:nvPr>
        </p:nvSpPr>
        <p:spPr>
          <a:xfrm>
            <a:off x="609600" y="47752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91" hasCustomPrompt="1"/>
            <p:custDataLst>
              <p:tags r:id="rId10"/>
            </p:custDataLst>
          </p:nvPr>
        </p:nvSpPr>
        <p:spPr>
          <a:xfrm>
            <a:off x="933450" y="51435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03</a:t>
            </a:r>
            <a:endParaRPr lang="zh-CN" altLang="en-US" smtClean="0"/>
          </a:p>
        </p:txBody>
      </p:sp>
      <p:sp>
        <p:nvSpPr>
          <p:cNvPr id="15" name="文本占位符 14"/>
          <p:cNvSpPr>
            <a:spLocks noGrp="1"/>
          </p:cNvSpPr>
          <p:nvPr>
            <p:ph type="body" idx="16390" hasCustomPrompt="1"/>
            <p:custDataLst>
              <p:tags r:id="rId11"/>
            </p:custDataLst>
          </p:nvPr>
        </p:nvSpPr>
        <p:spPr>
          <a:xfrm>
            <a:off x="2082800" y="5207000"/>
            <a:ext cx="9194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accent1">
            <a:lumMod val="20000"/>
            <a:lumOff val="80000"/>
            <a:alpha val="59000"/>
          </a:schemeClr>
        </a:solidFill>
        <a:effectLst/>
      </p:bgPr>
    </p:bg>
    <p:spTree>
      <p:nvGrpSpPr>
        <p:cNvPr id="1" name=""/>
        <p:cNvGrpSpPr/>
        <p:nvPr/>
      </p:nvGrpSpPr>
      <p:grpSpPr>
        <a:xfrm>
          <a:off x="0" y="0"/>
          <a:ext cx="0" cy="0"/>
          <a:chOff x="0" y="0"/>
          <a:chExt cx="0" cy="0"/>
        </a:xfrm>
      </p:grpSpPr>
      <p:sp>
        <p:nvSpPr>
          <p:cNvPr id="11" name="幻雨工作室版权所有_1"/>
          <p:cNvSpPr/>
          <p:nvPr userDrawn="1"/>
        </p:nvSpPr>
        <p:spPr>
          <a:xfrm>
            <a:off x="1" y="-1139"/>
            <a:ext cx="7919635" cy="6901814"/>
          </a:xfrm>
          <a:custGeom>
            <a:avLst/>
            <a:gdLst>
              <a:gd name="connsiteX0" fmla="*/ 0 w 7919635"/>
              <a:gd name="connsiteY0" fmla="*/ 0 h 6901814"/>
              <a:gd name="connsiteX1" fmla="*/ 5616743 w 7919635"/>
              <a:gd name="connsiteY1" fmla="*/ 0 h 6901814"/>
              <a:gd name="connsiteX2" fmla="*/ 5510496 w 7919635"/>
              <a:gd name="connsiteY2" fmla="*/ 137200 h 6901814"/>
              <a:gd name="connsiteX3" fmla="*/ 4956761 w 7919635"/>
              <a:gd name="connsiteY3" fmla="*/ 1438226 h 6901814"/>
              <a:gd name="connsiteX4" fmla="*/ 7521995 w 7919635"/>
              <a:gd name="connsiteY4" fmla="*/ 4382723 h 6901814"/>
              <a:gd name="connsiteX5" fmla="*/ 7915104 w 7919635"/>
              <a:gd name="connsiteY5" fmla="*/ 6847652 h 6901814"/>
              <a:gd name="connsiteX6" fmla="*/ 7919635 w 7919635"/>
              <a:gd name="connsiteY6" fmla="*/ 6901814 h 6901814"/>
              <a:gd name="connsiteX7" fmla="*/ 0 w 7919635"/>
              <a:gd name="connsiteY7" fmla="*/ 6901814 h 690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19635" h="6901814">
                <a:moveTo>
                  <a:pt x="0" y="0"/>
                </a:moveTo>
                <a:lnTo>
                  <a:pt x="5616743" y="0"/>
                </a:lnTo>
                <a:lnTo>
                  <a:pt x="5510496" y="137200"/>
                </a:lnTo>
                <a:cubicBezTo>
                  <a:pt x="5169801" y="591265"/>
                  <a:pt x="4898828" y="1036704"/>
                  <a:pt x="4956761" y="1438226"/>
                </a:cubicBezTo>
                <a:cubicBezTo>
                  <a:pt x="5111250" y="2508953"/>
                  <a:pt x="6961523" y="3202491"/>
                  <a:pt x="7521995" y="4382723"/>
                </a:cubicBezTo>
                <a:cubicBezTo>
                  <a:pt x="7837259" y="5046604"/>
                  <a:pt x="7851279" y="5990238"/>
                  <a:pt x="7915104" y="6847652"/>
                </a:cubicBezTo>
                <a:lnTo>
                  <a:pt x="7919635" y="6901814"/>
                </a:lnTo>
                <a:lnTo>
                  <a:pt x="0" y="6901814"/>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和七个小矮人" panose="00000500000000000000" charset="-122"/>
              <a:ea typeface="阿里巴巴和七个小矮人" panose="00000500000000000000" charset="-122"/>
            </a:endParaRPr>
          </a:p>
        </p:txBody>
      </p:sp>
      <p:sp>
        <p:nvSpPr>
          <p:cNvPr id="6" name="幻雨工作室版权所有_2"/>
          <p:cNvSpPr/>
          <p:nvPr userDrawn="1"/>
        </p:nvSpPr>
        <p:spPr>
          <a:xfrm>
            <a:off x="927100" y="768350"/>
            <a:ext cx="10337801" cy="5321300"/>
          </a:xfrm>
          <a:prstGeom prst="roundRect">
            <a:avLst>
              <a:gd name="adj" fmla="val 282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和七个小矮人" panose="00000500000000000000" charset="-122"/>
              <a:ea typeface="阿里巴巴和七个小矮人" panose="00000500000000000000" charset="-122"/>
            </a:endParaRPr>
          </a:p>
        </p:txBody>
      </p:sp>
      <p:sp>
        <p:nvSpPr>
          <p:cNvPr id="7" name="幻雨工作室版权所有_3"/>
          <p:cNvSpPr/>
          <p:nvPr userDrawn="1"/>
        </p:nvSpPr>
        <p:spPr>
          <a:xfrm>
            <a:off x="927100" y="768350"/>
            <a:ext cx="10337801" cy="5321300"/>
          </a:xfrm>
          <a:prstGeom prst="roundRect">
            <a:avLst>
              <a:gd name="adj" fmla="val 2825"/>
            </a:avLst>
          </a:prstGeom>
          <a:solidFill>
            <a:schemeClr val="bg1"/>
          </a:solidFill>
          <a:ln>
            <a:noFill/>
          </a:ln>
          <a:effectLst>
            <a:outerShdw blurRad="635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和七个小矮人" panose="00000500000000000000" charset="-122"/>
              <a:ea typeface="阿里巴巴和七个小矮人" panose="00000500000000000000" charset="-122"/>
            </a:endParaRPr>
          </a:p>
        </p:txBody>
      </p:sp>
      <p:pic>
        <p:nvPicPr>
          <p:cNvPr id="12" name="幻雨工作室版权所有_4"/>
          <p:cNvPicPr>
            <a:picLocks noChangeAspect="1"/>
          </p:cNvPicPr>
          <p:nvPr userDrawn="1"/>
        </p:nvPicPr>
        <p:blipFill>
          <a:blip r:embed="rId2"/>
          <a:stretch>
            <a:fillRect/>
          </a:stretch>
        </p:blipFill>
        <p:spPr>
          <a:xfrm>
            <a:off x="8791704" y="-1139"/>
            <a:ext cx="3401863" cy="4621169"/>
          </a:xfrm>
          <a:prstGeom prst="rect">
            <a:avLst/>
          </a:prstGeom>
        </p:spPr>
      </p:pic>
      <p:pic>
        <p:nvPicPr>
          <p:cNvPr id="14" name="幻雨工作室版权所有_5"/>
          <p:cNvPicPr>
            <a:picLocks noChangeAspect="1"/>
          </p:cNvPicPr>
          <p:nvPr userDrawn="1"/>
        </p:nvPicPr>
        <p:blipFill>
          <a:blip r:embed="rId3"/>
          <a:stretch>
            <a:fillRect/>
          </a:stretch>
        </p:blipFill>
        <p:spPr>
          <a:xfrm>
            <a:off x="-694" y="2279506"/>
            <a:ext cx="4499238" cy="4578493"/>
          </a:xfrm>
          <a:prstGeom prst="rect">
            <a:avLst/>
          </a:prstGeom>
        </p:spPr>
      </p:pic>
      <p:sp>
        <p:nvSpPr>
          <p:cNvPr id="8" name="幻雨工作室版权所有_6"/>
          <p:cNvSpPr/>
          <p:nvPr userDrawn="1"/>
        </p:nvSpPr>
        <p:spPr>
          <a:xfrm>
            <a:off x="578734" y="515623"/>
            <a:ext cx="11034532" cy="5826754"/>
          </a:xfrm>
          <a:prstGeom prst="roundRect">
            <a:avLst>
              <a:gd name="adj" fmla="val 2825"/>
            </a:avLst>
          </a:prstGeom>
          <a:noFill/>
          <a:ln w="50800">
            <a:solidFill>
              <a:schemeClr val="bg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和七个小矮人" panose="00000500000000000000" charset="-122"/>
              <a:ea typeface="阿里巴巴和七个小矮人" panose="00000500000000000000"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4" name="幻雨工作室版权所有_1"/>
          <p:cNvPicPr>
            <a:picLocks noChangeAspect="1"/>
          </p:cNvPicPr>
          <p:nvPr userDrawn="1"/>
        </p:nvPicPr>
        <p:blipFill>
          <a:blip r:embed="rId2"/>
          <a:stretch>
            <a:fillRect/>
          </a:stretch>
        </p:blipFill>
        <p:spPr>
          <a:xfrm flipH="1">
            <a:off x="0" y="0"/>
            <a:ext cx="1423315" cy="1933464"/>
          </a:xfrm>
          <a:prstGeom prst="rect">
            <a:avLst/>
          </a:prstGeom>
        </p:spPr>
      </p:pic>
      <p:pic>
        <p:nvPicPr>
          <p:cNvPr id="5" name="幻雨工作室版权所有_2"/>
          <p:cNvPicPr>
            <a:picLocks noChangeAspect="1"/>
          </p:cNvPicPr>
          <p:nvPr userDrawn="1"/>
        </p:nvPicPr>
        <p:blipFill>
          <a:blip r:embed="rId3"/>
          <a:stretch>
            <a:fillRect/>
          </a:stretch>
        </p:blipFill>
        <p:spPr>
          <a:xfrm flipH="1">
            <a:off x="10309551" y="4942391"/>
            <a:ext cx="1882449" cy="1915609"/>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阿里巴巴和七个小矮人" panose="00000500000000000000" charset="-122"/>
                <a:ea typeface="阿里巴巴和七个小矮人" panose="00000500000000000000" charset="-122"/>
              </a:defRPr>
            </a:lvl1pPr>
          </a:lstStyle>
          <a:p>
            <a:fld id="{CAE10BA8-CBF4-40DB-9A18-DED250855EB4}"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阿里巴巴和七个小矮人" panose="00000500000000000000" charset="-122"/>
                <a:ea typeface="阿里巴巴和七个小矮人" panose="00000500000000000000"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阿里巴巴和七个小矮人" panose="00000500000000000000" charset="-122"/>
                <a:ea typeface="阿里巴巴和七个小矮人" panose="00000500000000000000" charset="-122"/>
              </a:defRPr>
            </a:lvl1pPr>
          </a:lstStyle>
          <a:p>
            <a:fld id="{D8BC00E5-C8CE-4730-9095-CFFFA989D6A0}"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阿里巴巴和七个小矮人" panose="00000500000000000000" charset="-122"/>
          <a:ea typeface="阿里巴巴和七个小矮人" panose="00000500000000000000"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阿里巴巴和七个小矮人" panose="00000500000000000000" charset="-122"/>
          <a:ea typeface="阿里巴巴和七个小矮人" panose="0000050000000000000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阿里巴巴和七个小矮人" panose="00000500000000000000" charset="-122"/>
          <a:ea typeface="阿里巴巴和七个小矮人" panose="00000500000000000000"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阿里巴巴和七个小矮人" panose="00000500000000000000" charset="-122"/>
          <a:ea typeface="阿里巴巴和七个小矮人" panose="00000500000000000000"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和七个小矮人" panose="00000500000000000000" charset="-122"/>
          <a:ea typeface="阿里巴巴和七个小矮人" panose="00000500000000000000"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和七个小矮人" panose="00000500000000000000" charset="-122"/>
          <a:ea typeface="阿里巴巴和七个小矮人"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阿里巴巴和七个小矮人" panose="00000500000000000000" charset="-122"/>
                <a:ea typeface="阿里巴巴和七个小矮人" panose="00000500000000000000" charset="-122"/>
              </a:defRPr>
            </a:lvl1pPr>
          </a:lstStyle>
          <a:p>
            <a:fld id="{CAE10BA8-CBF4-40DB-9A18-DED250855EB4}"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阿里巴巴和七个小矮人" panose="00000500000000000000" charset="-122"/>
                <a:ea typeface="阿里巴巴和七个小矮人" panose="00000500000000000000"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阿里巴巴和七个小矮人" panose="00000500000000000000" charset="-122"/>
                <a:ea typeface="阿里巴巴和七个小矮人" panose="00000500000000000000" charset="-122"/>
              </a:defRPr>
            </a:lvl1pPr>
          </a:lstStyle>
          <a:p>
            <a:fld id="{D8BC00E5-C8CE-4730-9095-CFFFA989D6A0}"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Lst>
  <p:txStyles>
    <p:titleStyle>
      <a:lvl1pPr algn="l" defTabSz="914400" rtl="0" eaLnBrk="1" latinLnBrk="0" hangingPunct="1">
        <a:lnSpc>
          <a:spcPct val="90000"/>
        </a:lnSpc>
        <a:spcBef>
          <a:spcPct val="0"/>
        </a:spcBef>
        <a:buNone/>
        <a:defRPr sz="4400" kern="1200">
          <a:solidFill>
            <a:schemeClr val="tx1"/>
          </a:solidFill>
          <a:latin typeface="阿里巴巴和七个小矮人" panose="00000500000000000000" charset="-122"/>
          <a:ea typeface="阿里巴巴和七个小矮人" panose="00000500000000000000"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阿里巴巴和七个小矮人" panose="00000500000000000000" charset="-122"/>
          <a:ea typeface="阿里巴巴和七个小矮人" panose="0000050000000000000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阿里巴巴和七个小矮人" panose="00000500000000000000" charset="-122"/>
          <a:ea typeface="阿里巴巴和七个小矮人" panose="00000500000000000000"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阿里巴巴和七个小矮人" panose="00000500000000000000" charset="-122"/>
          <a:ea typeface="阿里巴巴和七个小矮人" panose="00000500000000000000"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和七个小矮人" panose="00000500000000000000" charset="-122"/>
          <a:ea typeface="阿里巴巴和七个小矮人" panose="00000500000000000000"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和七个小矮人" panose="00000500000000000000" charset="-122"/>
          <a:ea typeface="阿里巴巴和七个小矮人" panose="000005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0" Type="http://schemas.openxmlformats.org/officeDocument/2006/relationships/slideLayout" Target="../slideLayouts/slideLayout2.xml"/><Relationship Id="rId1" Type="http://schemas.openxmlformats.org/officeDocument/2006/relationships/tags" Target="../tags/tag38.xml"/></Relationships>
</file>

<file path=ppt/slides/_rels/slide7.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3" Type="http://schemas.openxmlformats.org/officeDocument/2006/relationships/slideLayout" Target="../slideLayouts/slideLayout2.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tags" Target="../tags/tag47.xml"/></Relationships>
</file>

<file path=ppt/slides/_rels/slide8.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0" Type="http://schemas.openxmlformats.org/officeDocument/2006/relationships/slideLayout" Target="../slideLayouts/slideLayout2.xml"/><Relationship Id="rId1" Type="http://schemas.openxmlformats.org/officeDocument/2006/relationships/tags" Target="../tags/tag5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13.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3" Type="http://schemas.openxmlformats.org/officeDocument/2006/relationships/slideLayout" Target="../slideLayouts/slideLayout2.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幻雨工作室版权所有_1"/>
          <p:cNvSpPr txBox="1"/>
          <p:nvPr/>
        </p:nvSpPr>
        <p:spPr>
          <a:xfrm>
            <a:off x="2332358" y="1624076"/>
            <a:ext cx="7529830" cy="1260475"/>
          </a:xfrm>
          <a:prstGeom prst="rect">
            <a:avLst/>
          </a:prstGeom>
          <a:noFill/>
        </p:spPr>
        <p:txBody>
          <a:bodyPr wrap="none" rtlCol="0">
            <a:spAutoFit/>
          </a:bodyPr>
          <a:lstStyle>
            <a:defPPr>
              <a:defRPr lang="zh-CN"/>
            </a:defPPr>
            <a:lvl1pPr algn="ctr">
              <a:defRPr sz="6000">
                <a:solidFill>
                  <a:srgbClr val="3B414A"/>
                </a:solidFill>
                <a:latin typeface="微软雅黑" panose="020B0503020204020204" pitchFamily="34" charset="-122"/>
                <a:ea typeface="微软雅黑" panose="020B0503020204020204" pitchFamily="34" charset="-122"/>
                <a:cs typeface="YF补 汉仪夏日体" panose="020B0604000101010104" pitchFamily="34" charset="-128"/>
              </a:defRPr>
            </a:lvl1pPr>
          </a:lstStyle>
          <a:p>
            <a:pPr marL="457200" lvl="1" indent="0" algn="ctr">
              <a:buNone/>
            </a:pPr>
            <a:r>
              <a:rPr lang="en-US" altLang="zh-CN" sz="4800" b="1" dirty="0">
                <a:solidFill>
                  <a:schemeClr val="accent1"/>
                </a:solidFill>
                <a:latin typeface="Arial" panose="020B0604020202020204" pitchFamily="34" charset="0"/>
                <a:ea typeface="汉仪刚艺体-95简" panose="00020600040101010101" charset="-122"/>
                <a:cs typeface="汉仪夏日体W" panose="00020600040101010101" charset="-122"/>
              </a:rPr>
              <a:t>Tree &amp; AI Ethics Review</a:t>
            </a:r>
            <a:endParaRPr lang="en-US" altLang="zh-CN" sz="4800" b="1" dirty="0">
              <a:solidFill>
                <a:schemeClr val="accent1"/>
              </a:solidFill>
              <a:latin typeface="Arial" panose="020B0604020202020204" pitchFamily="34" charset="0"/>
              <a:ea typeface="汉仪刚艺体-95简" panose="00020600040101010101" charset="-122"/>
              <a:cs typeface="汉仪夏日体W" panose="00020600040101010101" charset="-122"/>
            </a:endParaRPr>
          </a:p>
          <a:p>
            <a:pPr marL="457200" lvl="1" indent="0" algn="ctr">
              <a:buNone/>
            </a:pPr>
            <a:r>
              <a:rPr lang="en-US" altLang="zh-CN" sz="2800" dirty="0">
                <a:solidFill>
                  <a:schemeClr val="accent1"/>
                </a:solidFill>
                <a:latin typeface="Arial" panose="020B0604020202020204" pitchFamily="34" charset="0"/>
                <a:ea typeface="汉仪刚艺体-95简" panose="00020600040101010101" charset="-122"/>
                <a:cs typeface="汉仪夏日体W" panose="00020600040101010101" charset="-122"/>
                <a:sym typeface="+mn-ea"/>
              </a:rPr>
              <a:t>-Pre-production presentation</a:t>
            </a:r>
            <a:endParaRPr lang="en-US" altLang="zh-CN" sz="2800" dirty="0">
              <a:solidFill>
                <a:schemeClr val="accent1"/>
              </a:solidFill>
              <a:latin typeface="Arial" panose="020B0604020202020204" pitchFamily="34" charset="0"/>
              <a:ea typeface="汉仪刚艺体-95简" panose="00020600040101010101" charset="-122"/>
              <a:cs typeface="汉仪夏日体W" panose="00020600040101010101" charset="-122"/>
            </a:endParaRPr>
          </a:p>
        </p:txBody>
      </p:sp>
      <p:sp>
        <p:nvSpPr>
          <p:cNvPr id="5" name="文本框 4"/>
          <p:cNvSpPr txBox="1"/>
          <p:nvPr/>
        </p:nvSpPr>
        <p:spPr>
          <a:xfrm>
            <a:off x="1918335" y="3311525"/>
            <a:ext cx="8357870" cy="1476375"/>
          </a:xfrm>
          <a:prstGeom prst="rect">
            <a:avLst/>
          </a:prstGeom>
          <a:noFill/>
        </p:spPr>
        <p:txBody>
          <a:bodyPr wrap="square" rtlCol="0">
            <a:spAutoFit/>
          </a:bodyPr>
          <a:p>
            <a:pPr algn="ctr"/>
            <a:r>
              <a:rPr lang="en-US" altLang="zh-CN"/>
              <a:t>Team Members and Division of Labor:</a:t>
            </a:r>
            <a:endParaRPr lang="en-US" altLang="zh-CN"/>
          </a:p>
          <a:p>
            <a:pPr algn="ctr"/>
            <a:r>
              <a:rPr lang="en-US" altLang="zh-CN"/>
              <a:t>Liu yingqi —— Core Algorithm Generation for Trunks and Branch</a:t>
            </a:r>
            <a:endParaRPr lang="en-US" altLang="zh-CN"/>
          </a:p>
          <a:p>
            <a:pPr algn="ctr"/>
            <a:r>
              <a:rPr lang="en-US" altLang="zh-CN"/>
              <a:t>Wu yuanan —— Leaf and Flower Generation &amp; Season System</a:t>
            </a:r>
            <a:endParaRPr lang="en-US" altLang="zh-CN"/>
          </a:p>
          <a:p>
            <a:pPr algn="ctr"/>
            <a:r>
              <a:rPr lang="en-US" altLang="zh-CN"/>
              <a:t>He guanqi —— Weather Systems and Animation Effects</a:t>
            </a:r>
            <a:endParaRPr lang="en-US" altLang="zh-CN"/>
          </a:p>
          <a:p>
            <a:pPr algn="ctr"/>
            <a:r>
              <a:rPr lang="en-US" altLang="zh-CN"/>
              <a:t>Liu Hengxu —— Integration of Code, UI and Exploration of AI Ethical Issues</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雨工作室版权所有_1"/>
          <p:cNvSpPr txBox="1"/>
          <p:nvPr/>
        </p:nvSpPr>
        <p:spPr>
          <a:xfrm>
            <a:off x="5218130" y="3075811"/>
            <a:ext cx="3231515" cy="706755"/>
          </a:xfrm>
          <a:prstGeom prst="rect">
            <a:avLst/>
          </a:prstGeom>
          <a:noFill/>
        </p:spPr>
        <p:txBody>
          <a:bodyPr wrap="none" rtlCol="0">
            <a:spAutoFit/>
          </a:bodyPr>
          <a:lstStyle/>
          <a:p>
            <a:pPr defTabSz="685800"/>
            <a:r>
              <a:rPr lang="en-US" altLang="zh-CN" sz="4000" b="1" dirty="0">
                <a:solidFill>
                  <a:schemeClr val="accent1"/>
                </a:solidFill>
                <a:latin typeface="Arial" panose="020B0604020202020204" pitchFamily="34" charset="0"/>
                <a:ea typeface="汉仪刚艺体-95简" panose="00020600040101010101" charset="-122"/>
                <a:cs typeface="Arial" panose="020B0604020202020204" pitchFamily="34" charset="0"/>
              </a:rPr>
              <a:t>Project work</a:t>
            </a:r>
            <a:endParaRPr lang="en-US" altLang="zh-CN" sz="40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3" name="幻雨工作室版权所有_2"/>
          <p:cNvSpPr>
            <a:spLocks noChangeArrowheads="1"/>
          </p:cNvSpPr>
          <p:nvPr/>
        </p:nvSpPr>
        <p:spPr bwMode="auto">
          <a:xfrm>
            <a:off x="3711438" y="2777576"/>
            <a:ext cx="1306286" cy="1302848"/>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buFontTx/>
              <a:buNone/>
            </a:pPr>
            <a:endParaRPr lang="zh-CN" altLang="en-US" sz="2000" dirty="0">
              <a:solidFill>
                <a:srgbClr val="7AABA6"/>
              </a:solidFill>
              <a:ea typeface="汉仪中简黑简" panose="00020600040101010101" charset="-122"/>
            </a:endParaRPr>
          </a:p>
        </p:txBody>
      </p:sp>
      <p:sp>
        <p:nvSpPr>
          <p:cNvPr id="4" name="幻雨工作室版权所有_3"/>
          <p:cNvSpPr txBox="1">
            <a:spLocks noChangeArrowheads="1"/>
          </p:cNvSpPr>
          <p:nvPr/>
        </p:nvSpPr>
        <p:spPr bwMode="auto">
          <a:xfrm>
            <a:off x="3734044" y="2967335"/>
            <a:ext cx="126107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00000"/>
              </a:lnSpc>
              <a:spcBef>
                <a:spcPct val="0"/>
              </a:spcBef>
              <a:buFontTx/>
              <a:buNone/>
            </a:pPr>
            <a:r>
              <a:rPr lang="en-US" altLang="zh-CN" sz="5400" b="1" dirty="0">
                <a:solidFill>
                  <a:schemeClr val="bg1"/>
                </a:solidFill>
                <a:latin typeface="Arial" panose="020B0604020202020204" pitchFamily="34" charset="0"/>
                <a:ea typeface="汉仪中简黑简" panose="00020600040101010101" charset="-122"/>
              </a:rPr>
              <a:t>01</a:t>
            </a:r>
            <a:endParaRPr lang="en-US" altLang="zh-CN" sz="5400" b="1" dirty="0">
              <a:solidFill>
                <a:schemeClr val="bg1"/>
              </a:solidFill>
              <a:latin typeface="Arial" panose="020B0604020202020204" pitchFamily="34" charset="0"/>
              <a:ea typeface="汉仪中简黑简" panose="0002060004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雨工作室版权所有_1"/>
          <p:cNvSpPr txBox="1"/>
          <p:nvPr/>
        </p:nvSpPr>
        <p:spPr>
          <a:xfrm>
            <a:off x="969679" y="653261"/>
            <a:ext cx="5107305" cy="583565"/>
          </a:xfrm>
          <a:prstGeom prst="rect">
            <a:avLst/>
          </a:prstGeom>
          <a:noFill/>
        </p:spPr>
        <p:txBody>
          <a:bodyPr wrap="none" rtlCol="0">
            <a:spAutoFit/>
          </a:bodyPr>
          <a:lstStyle/>
          <a:p>
            <a:pPr defTabSz="685800"/>
            <a:r>
              <a:rPr lang="en-US" altLang="zh-CN" sz="3200" b="1" dirty="0">
                <a:solidFill>
                  <a:schemeClr val="accent1"/>
                </a:solidFill>
                <a:latin typeface="Arial" panose="020B0604020202020204" pitchFamily="34" charset="0"/>
                <a:ea typeface="汉仪刚艺体-95简" panose="00020600040101010101" charset="-122"/>
              </a:rPr>
              <a:t>Effect we want to achieve</a:t>
            </a:r>
            <a:endParaRPr lang="en-US" altLang="zh-CN" sz="3200" b="1" dirty="0">
              <a:solidFill>
                <a:schemeClr val="accent1"/>
              </a:solidFill>
              <a:latin typeface="Arial" panose="020B0604020202020204" pitchFamily="34" charset="0"/>
              <a:ea typeface="汉仪刚艺体-95简" panose="00020600040101010101" charset="-122"/>
            </a:endParaRPr>
          </a:p>
        </p:txBody>
      </p:sp>
      <p:sp>
        <p:nvSpPr>
          <p:cNvPr id="48" name="任意多边形 47"/>
          <p:cNvSpPr/>
          <p:nvPr>
            <p:custDataLst>
              <p:tags r:id="rId1"/>
            </p:custDataLst>
          </p:nvPr>
        </p:nvSpPr>
        <p:spPr>
          <a:xfrm>
            <a:off x="793750" y="1588770"/>
            <a:ext cx="3131185" cy="4659630"/>
          </a:xfrm>
          <a:custGeom>
            <a:avLst/>
            <a:gdLst>
              <a:gd name="sw" fmla="*/ 1 w 5545"/>
              <a:gd name="sh" fmla="*/ 1 h 7440"/>
              <a:gd name="mins" fmla="min sw sh"/>
              <a:gd name="dsw" fmla="+- 0 sw mins"/>
              <a:gd name="dsh" fmla="+- 0 sh mins"/>
              <a:gd name="p0x0" fmla="*/ 240 w 5545"/>
              <a:gd name="p0y0" fmla="*/ 0 h 7440"/>
              <a:gd name="p0x1" fmla="*/ 5305 w 5545"/>
              <a:gd name="p0y1" fmla="*/ 0 h 7440"/>
              <a:gd name="p0x2" fmla="*/ 5438 w 5545"/>
              <a:gd name="p0y2" fmla="*/ 0 h 7440"/>
              <a:gd name="p0x3" fmla="*/ 5545 w 5545"/>
              <a:gd name="p0y3" fmla="*/ 107 h 7440"/>
              <a:gd name="p0x4" fmla="*/ 5545 w 5545"/>
              <a:gd name="p0y4" fmla="*/ 240 h 7440"/>
              <a:gd name="p0x5" fmla="*/ 5545 w 5545"/>
              <a:gd name="p0y5" fmla="*/ 7200 h 7440"/>
              <a:gd name="p0x6" fmla="*/ 5545 w 5545"/>
              <a:gd name="p0y6" fmla="*/ 7332 h 7440"/>
              <a:gd name="p0x7" fmla="*/ 5438 w 5545"/>
              <a:gd name="p0y7" fmla="*/ 7440 h 7440"/>
              <a:gd name="p0x8" fmla="*/ 5305 w 5545"/>
              <a:gd name="p0y8" fmla="*/ 7440 h 7440"/>
              <a:gd name="p0x9" fmla="*/ 240 w 5545"/>
              <a:gd name="p0y9" fmla="*/ 7440 h 7440"/>
              <a:gd name="p0x10" fmla="*/ 107 w 5545"/>
              <a:gd name="p0y10" fmla="*/ 7440 h 7440"/>
              <a:gd name="p0x11" fmla="*/ 0 w 5545"/>
              <a:gd name="p0y11" fmla="*/ 7332 h 7440"/>
              <a:gd name="p0x12" fmla="*/ 0 w 5545"/>
              <a:gd name="p0y12" fmla="*/ 7200 h 7440"/>
              <a:gd name="p0x13" fmla="*/ 0 w 5545"/>
              <a:gd name="p0y13" fmla="*/ 240 h 7440"/>
              <a:gd name="p0x14" fmla="*/ 0 w 5545"/>
              <a:gd name="p0y14" fmla="*/ 107 h 7440"/>
              <a:gd name="p0x15" fmla="*/ 107 w 5545"/>
              <a:gd name="p0y15" fmla="*/ 0 h 7440"/>
              <a:gd name="p0x16" fmla="*/ 240 w 5545"/>
              <a:gd name="p0y16" fmla="*/ 0 h 74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solidFill>
          <a:ln w="19050">
            <a:solidFill>
              <a:schemeClr val="accent1">
                <a:lumMod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3" name="文本框 12"/>
          <p:cNvSpPr txBox="1"/>
          <p:nvPr>
            <p:custDataLst>
              <p:tags r:id="rId2"/>
            </p:custDataLst>
          </p:nvPr>
        </p:nvSpPr>
        <p:spPr>
          <a:xfrm>
            <a:off x="1098550" y="2050415"/>
            <a:ext cx="2589530" cy="401320"/>
          </a:xfrm>
          <a:prstGeom prst="rect">
            <a:avLst/>
          </a:prstGeom>
          <a:noFill/>
        </p:spPr>
        <p:txBody>
          <a:bodyPr wrap="square" lIns="17780" tIns="0" rIns="17780" bIns="0" rtlCol="0" anchor="t">
            <a:noAutofit/>
          </a:bodyPr>
          <a:p>
            <a:pPr algn="ctr"/>
            <a:r>
              <a:rPr lang="en-US" altLang="zh-CN" sz="2395" b="1">
                <a:solidFill>
                  <a:srgbClr val="FFFFFF"/>
                </a:solidFill>
                <a:latin typeface="Arial" panose="020B0604020202020204" pitchFamily="34" charset="0"/>
                <a:ea typeface="汉仪刚艺体-95简" panose="00020600040101010101" charset="-122"/>
                <a:cs typeface="微软雅黑" panose="020B0503020204020204" pitchFamily="34" charset="-122"/>
              </a:rPr>
              <a:t>Parametric Tree </a:t>
            </a:r>
            <a:r>
              <a:rPr lang="en-US" altLang="zh-CN" sz="2395" b="1">
                <a:solidFill>
                  <a:srgbClr val="FFFFFF"/>
                </a:solidFill>
                <a:latin typeface="Arial" panose="020B0604020202020204" pitchFamily="34" charset="0"/>
                <a:ea typeface="汉仪刚艺体-95简" panose="00020600040101010101" charset="-122"/>
                <a:cs typeface="微软雅黑" panose="020B0503020204020204" pitchFamily="34" charset="-122"/>
                <a:sym typeface="+mn-ea"/>
              </a:rPr>
              <a:t>Modeling</a:t>
            </a:r>
            <a:endParaRPr lang="en-US" altLang="zh-CN" sz="2395" b="1">
              <a:solidFill>
                <a:srgbClr val="FFFFFF"/>
              </a:solidFill>
              <a:latin typeface="Arial" panose="020B0604020202020204" pitchFamily="34" charset="0"/>
              <a:ea typeface="汉仪刚艺体-95简" panose="00020600040101010101" charset="-122"/>
              <a:cs typeface="微软雅黑" panose="020B0503020204020204" pitchFamily="34" charset="-122"/>
            </a:endParaRPr>
          </a:p>
        </p:txBody>
      </p:sp>
      <p:sp>
        <p:nvSpPr>
          <p:cNvPr id="49" name="任意多边形 48"/>
          <p:cNvSpPr/>
          <p:nvPr>
            <p:custDataLst>
              <p:tags r:id="rId3"/>
            </p:custDataLst>
          </p:nvPr>
        </p:nvSpPr>
        <p:spPr>
          <a:xfrm>
            <a:off x="4518660" y="1588770"/>
            <a:ext cx="3131820" cy="4659630"/>
          </a:xfrm>
          <a:custGeom>
            <a:avLst/>
            <a:gdLst>
              <a:gd name="sw" fmla="*/ 1 w 5547"/>
              <a:gd name="sh" fmla="*/ 1 h 7440"/>
              <a:gd name="mins" fmla="min sw sh"/>
              <a:gd name="dsw" fmla="+- 0 sw mins"/>
              <a:gd name="dsh" fmla="+- 0 sh mins"/>
              <a:gd name="p0x0" fmla="*/ 240 w 5547"/>
              <a:gd name="p0y0" fmla="*/ 0 h 7440"/>
              <a:gd name="p0x1" fmla="*/ 5307 w 5547"/>
              <a:gd name="p0y1" fmla="*/ 0 h 7440"/>
              <a:gd name="p0x2" fmla="*/ 5439 w 5547"/>
              <a:gd name="p0y2" fmla="*/ 0 h 7440"/>
              <a:gd name="p0x3" fmla="*/ 5547 w 5547"/>
              <a:gd name="p0y3" fmla="*/ 107 h 7440"/>
              <a:gd name="p0x4" fmla="*/ 5547 w 5547"/>
              <a:gd name="p0y4" fmla="*/ 240 h 7440"/>
              <a:gd name="p0x5" fmla="*/ 5547 w 5547"/>
              <a:gd name="p0y5" fmla="*/ 7200 h 7440"/>
              <a:gd name="p0x6" fmla="*/ 5547 w 5547"/>
              <a:gd name="p0y6" fmla="*/ 7332 h 7440"/>
              <a:gd name="p0x7" fmla="*/ 5439 w 5547"/>
              <a:gd name="p0y7" fmla="*/ 7440 h 7440"/>
              <a:gd name="p0x8" fmla="*/ 5307 w 5547"/>
              <a:gd name="p0y8" fmla="*/ 7440 h 7440"/>
              <a:gd name="p0x9" fmla="*/ 240 w 5547"/>
              <a:gd name="p0y9" fmla="*/ 7440 h 7440"/>
              <a:gd name="p0x10" fmla="*/ 107 w 5547"/>
              <a:gd name="p0y10" fmla="*/ 7440 h 7440"/>
              <a:gd name="p0x11" fmla="*/ 0 w 5547"/>
              <a:gd name="p0y11" fmla="*/ 7332 h 7440"/>
              <a:gd name="p0x12" fmla="*/ 0 w 5547"/>
              <a:gd name="p0y12" fmla="*/ 7200 h 7440"/>
              <a:gd name="p0x13" fmla="*/ 0 w 5547"/>
              <a:gd name="p0y13" fmla="*/ 240 h 7440"/>
              <a:gd name="p0x14" fmla="*/ 0 w 5547"/>
              <a:gd name="p0y14" fmla="*/ 107 h 7440"/>
              <a:gd name="p0x15" fmla="*/ 107 w 5547"/>
              <a:gd name="p0y15" fmla="*/ 0 h 7440"/>
              <a:gd name="p0x16" fmla="*/ 240 w 5547"/>
              <a:gd name="p0y16" fmla="*/ 0 h 74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6" name="文本框 15"/>
          <p:cNvSpPr txBox="1"/>
          <p:nvPr>
            <p:custDataLst>
              <p:tags r:id="rId4"/>
            </p:custDataLst>
          </p:nvPr>
        </p:nvSpPr>
        <p:spPr>
          <a:xfrm>
            <a:off x="4818380" y="2050415"/>
            <a:ext cx="2589530" cy="401320"/>
          </a:xfrm>
          <a:prstGeom prst="rect">
            <a:avLst/>
          </a:prstGeom>
          <a:noFill/>
        </p:spPr>
        <p:txBody>
          <a:bodyPr wrap="square" lIns="17780" tIns="0" rIns="17780" bIns="0" rtlCol="0" anchor="t">
            <a:noAutofit/>
          </a:bodyPr>
          <a:p>
            <a:pPr algn="ctr"/>
            <a:r>
              <a:rPr lang="en-US" altLang="zh-CN" sz="2395" b="1">
                <a:solidFill>
                  <a:schemeClr val="dk1"/>
                </a:solidFill>
                <a:latin typeface="Arial" panose="020B0604020202020204" pitchFamily="34" charset="0"/>
                <a:ea typeface="汉仪刚艺体-95简" panose="00020600040101010101" charset="-122"/>
                <a:cs typeface="微软雅黑" panose="020B0503020204020204" pitchFamily="34" charset="-122"/>
              </a:rPr>
              <a:t>Season System</a:t>
            </a:r>
            <a:endParaRPr lang="en-US" altLang="zh-CN" sz="2395" b="1">
              <a:solidFill>
                <a:schemeClr val="dk1"/>
              </a:solidFill>
              <a:latin typeface="Arial" panose="020B0604020202020204" pitchFamily="34" charset="0"/>
              <a:ea typeface="汉仪刚艺体-95简" panose="00020600040101010101" charset="-122"/>
              <a:cs typeface="微软雅黑" panose="020B0503020204020204" pitchFamily="34" charset="-122"/>
            </a:endParaRPr>
          </a:p>
        </p:txBody>
      </p:sp>
      <p:sp>
        <p:nvSpPr>
          <p:cNvPr id="50" name="任意多边形 49"/>
          <p:cNvSpPr/>
          <p:nvPr>
            <p:custDataLst>
              <p:tags r:id="rId5"/>
            </p:custDataLst>
          </p:nvPr>
        </p:nvSpPr>
        <p:spPr>
          <a:xfrm>
            <a:off x="8244205" y="1588770"/>
            <a:ext cx="3131820" cy="4659630"/>
          </a:xfrm>
          <a:custGeom>
            <a:avLst/>
            <a:gdLst>
              <a:gd name="sw" fmla="*/ 1 w 5547"/>
              <a:gd name="sh" fmla="*/ 1 h 7440"/>
              <a:gd name="mins" fmla="min sw sh"/>
              <a:gd name="dsw" fmla="+- 0 sw mins"/>
              <a:gd name="dsh" fmla="+- 0 sh mins"/>
              <a:gd name="p0x0" fmla="*/ 240 w 5547"/>
              <a:gd name="p0y0" fmla="*/ 0 h 7440"/>
              <a:gd name="p0x1" fmla="*/ 5307 w 5547"/>
              <a:gd name="p0y1" fmla="*/ 0 h 7440"/>
              <a:gd name="p0x2" fmla="*/ 5439 w 5547"/>
              <a:gd name="p0y2" fmla="*/ 0 h 7440"/>
              <a:gd name="p0x3" fmla="*/ 5547 w 5547"/>
              <a:gd name="p0y3" fmla="*/ 107 h 7440"/>
              <a:gd name="p0x4" fmla="*/ 5547 w 5547"/>
              <a:gd name="p0y4" fmla="*/ 240 h 7440"/>
              <a:gd name="p0x5" fmla="*/ 5547 w 5547"/>
              <a:gd name="p0y5" fmla="*/ 7200 h 7440"/>
              <a:gd name="p0x6" fmla="*/ 5547 w 5547"/>
              <a:gd name="p0y6" fmla="*/ 7332 h 7440"/>
              <a:gd name="p0x7" fmla="*/ 5439 w 5547"/>
              <a:gd name="p0y7" fmla="*/ 7440 h 7440"/>
              <a:gd name="p0x8" fmla="*/ 5307 w 5547"/>
              <a:gd name="p0y8" fmla="*/ 7440 h 7440"/>
              <a:gd name="p0x9" fmla="*/ 240 w 5547"/>
              <a:gd name="p0y9" fmla="*/ 7440 h 7440"/>
              <a:gd name="p0x10" fmla="*/ 107 w 5547"/>
              <a:gd name="p0y10" fmla="*/ 7440 h 7440"/>
              <a:gd name="p0x11" fmla="*/ 0 w 5547"/>
              <a:gd name="p0y11" fmla="*/ 7332 h 7440"/>
              <a:gd name="p0x12" fmla="*/ 0 w 5547"/>
              <a:gd name="p0y12" fmla="*/ 7200 h 7440"/>
              <a:gd name="p0x13" fmla="*/ 0 w 5547"/>
              <a:gd name="p0y13" fmla="*/ 240 h 7440"/>
              <a:gd name="p0x14" fmla="*/ 0 w 5547"/>
              <a:gd name="p0y14" fmla="*/ 107 h 7440"/>
              <a:gd name="p0x15" fmla="*/ 107 w 5547"/>
              <a:gd name="p0y15" fmla="*/ 0 h 7440"/>
              <a:gd name="p0x16" fmla="*/ 240 w 5547"/>
              <a:gd name="p0y16" fmla="*/ 0 h 74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solidFill>
          <a:ln w="19050">
            <a:solidFill>
              <a:schemeClr val="accent1">
                <a:lumMod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9" name="文本框 18"/>
          <p:cNvSpPr txBox="1"/>
          <p:nvPr>
            <p:custDataLst>
              <p:tags r:id="rId6"/>
            </p:custDataLst>
          </p:nvPr>
        </p:nvSpPr>
        <p:spPr>
          <a:xfrm>
            <a:off x="8475345" y="2050415"/>
            <a:ext cx="2589530" cy="788670"/>
          </a:xfrm>
          <a:prstGeom prst="rect">
            <a:avLst/>
          </a:prstGeom>
          <a:noFill/>
        </p:spPr>
        <p:txBody>
          <a:bodyPr wrap="square" lIns="17780" tIns="0" rIns="17780" bIns="0" rtlCol="0" anchor="t">
            <a:noAutofit/>
          </a:bodyPr>
          <a:p>
            <a:pPr algn="ctr"/>
            <a:r>
              <a:rPr lang="en-US" altLang="zh-CN" sz="2395" b="1">
                <a:solidFill>
                  <a:srgbClr val="FFFFFF"/>
                </a:solidFill>
                <a:latin typeface="Arial" panose="020B0604020202020204" pitchFamily="34" charset="0"/>
                <a:ea typeface="汉仪刚艺体-95简" panose="00020600040101010101" charset="-122"/>
                <a:cs typeface="微软雅黑" panose="020B0503020204020204" pitchFamily="34" charset="-122"/>
              </a:rPr>
              <a:t>Weather System and Animation</a:t>
            </a:r>
            <a:endParaRPr lang="en-US" altLang="zh-CN" sz="2395" b="1">
              <a:solidFill>
                <a:srgbClr val="FFFFFF"/>
              </a:solidFill>
              <a:latin typeface="Arial" panose="020B0604020202020204" pitchFamily="34" charset="0"/>
              <a:ea typeface="汉仪刚艺体-95简" panose="00020600040101010101" charset="-122"/>
              <a:cs typeface="微软雅黑" panose="020B0503020204020204" pitchFamily="34" charset="-122"/>
            </a:endParaRPr>
          </a:p>
        </p:txBody>
      </p:sp>
      <p:sp>
        <p:nvSpPr>
          <p:cNvPr id="4" name="文本框 3"/>
          <p:cNvSpPr txBox="1"/>
          <p:nvPr/>
        </p:nvSpPr>
        <p:spPr>
          <a:xfrm>
            <a:off x="1162050" y="3417570"/>
            <a:ext cx="2531745" cy="1476375"/>
          </a:xfrm>
          <a:prstGeom prst="rect">
            <a:avLst/>
          </a:prstGeom>
          <a:noFill/>
        </p:spPr>
        <p:txBody>
          <a:bodyPr wrap="square" rtlCol="0">
            <a:spAutoFit/>
          </a:bodyPr>
          <a:p>
            <a:pPr algn="ctr"/>
            <a:r>
              <a:rPr lang="en-US" altLang="zh-CN">
                <a:solidFill>
                  <a:schemeClr val="bg1"/>
                </a:solidFill>
              </a:rPr>
              <a:t>Generate several preset types of trees based on parameters such as trunk radius and branch hierarchy</a:t>
            </a:r>
            <a:endParaRPr lang="en-US" altLang="zh-CN">
              <a:solidFill>
                <a:schemeClr val="bg1"/>
              </a:solidFill>
            </a:endParaRPr>
          </a:p>
        </p:txBody>
      </p:sp>
      <p:sp>
        <p:nvSpPr>
          <p:cNvPr id="6" name="文本框 5"/>
          <p:cNvSpPr txBox="1"/>
          <p:nvPr/>
        </p:nvSpPr>
        <p:spPr>
          <a:xfrm>
            <a:off x="4819015" y="3417570"/>
            <a:ext cx="2531745" cy="1753235"/>
          </a:xfrm>
          <a:prstGeom prst="rect">
            <a:avLst/>
          </a:prstGeom>
          <a:noFill/>
        </p:spPr>
        <p:txBody>
          <a:bodyPr wrap="square" rtlCol="0">
            <a:spAutoFit/>
          </a:bodyPr>
          <a:p>
            <a:pPr algn="ctr"/>
            <a:r>
              <a:rPr lang="en-US" altLang="zh-CN">
                <a:solidFill>
                  <a:schemeClr val="tx1"/>
                </a:solidFill>
              </a:rPr>
              <a:t>Control the generation of trees in different seasons by restricting the quantity of leaves and flowers and altering their states</a:t>
            </a:r>
            <a:endParaRPr lang="en-US" altLang="zh-CN">
              <a:solidFill>
                <a:schemeClr val="tx1"/>
              </a:solidFill>
            </a:endParaRPr>
          </a:p>
        </p:txBody>
      </p:sp>
      <p:sp>
        <p:nvSpPr>
          <p:cNvPr id="7" name="文本框 6"/>
          <p:cNvSpPr txBox="1"/>
          <p:nvPr/>
        </p:nvSpPr>
        <p:spPr>
          <a:xfrm>
            <a:off x="8475980" y="3417570"/>
            <a:ext cx="2531745" cy="2030095"/>
          </a:xfrm>
          <a:prstGeom prst="rect">
            <a:avLst/>
          </a:prstGeom>
          <a:noFill/>
        </p:spPr>
        <p:txBody>
          <a:bodyPr wrap="square" rtlCol="0">
            <a:spAutoFit/>
          </a:bodyPr>
          <a:p>
            <a:pPr algn="ctr"/>
            <a:r>
              <a:rPr lang="en-US" altLang="zh-CN">
                <a:solidFill>
                  <a:schemeClr val="bg1"/>
                </a:solidFill>
              </a:rPr>
              <a:t>Add various weather and physical effects to realize animation effects such as trees swaying in the wind and petals and leaves blown off by the wind.</a:t>
            </a:r>
            <a:endParaRPr lang="en-US" altLang="zh-CN">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雨工作室版权所有_1"/>
          <p:cNvSpPr txBox="1"/>
          <p:nvPr/>
        </p:nvSpPr>
        <p:spPr>
          <a:xfrm>
            <a:off x="969679" y="653261"/>
            <a:ext cx="3435985" cy="583565"/>
          </a:xfrm>
          <a:prstGeom prst="rect">
            <a:avLst/>
          </a:prstGeom>
          <a:noFill/>
        </p:spPr>
        <p:txBody>
          <a:bodyPr wrap="none" rtlCol="0">
            <a:spAutoFit/>
          </a:bodyPr>
          <a:lstStyle/>
          <a:p>
            <a:pPr defTabSz="685800"/>
            <a:r>
              <a:rPr lang="en-US" altLang="zh-CN" sz="3200" b="1" dirty="0">
                <a:solidFill>
                  <a:schemeClr val="accent1"/>
                </a:solidFill>
                <a:latin typeface="Arial" panose="020B0604020202020204" pitchFamily="34" charset="0"/>
                <a:ea typeface="汉仪刚艺体-95简" panose="00020600040101010101" charset="-122"/>
              </a:rPr>
              <a:t>Reference Image</a:t>
            </a:r>
            <a:endParaRPr lang="en-US" altLang="zh-CN" sz="3200" b="1" dirty="0">
              <a:solidFill>
                <a:schemeClr val="accent1"/>
              </a:solidFill>
              <a:latin typeface="Arial" panose="020B0604020202020204" pitchFamily="34" charset="0"/>
              <a:ea typeface="汉仪刚艺体-95简" panose="00020600040101010101" charset="-122"/>
            </a:endParaRPr>
          </a:p>
        </p:txBody>
      </p:sp>
      <p:sp>
        <p:nvSpPr>
          <p:cNvPr id="36" name="文本框 35"/>
          <p:cNvSpPr txBox="1"/>
          <p:nvPr>
            <p:custDataLst>
              <p:tags r:id="rId1"/>
            </p:custDataLst>
          </p:nvPr>
        </p:nvSpPr>
        <p:spPr>
          <a:xfrm>
            <a:off x="8464550" y="1570355"/>
            <a:ext cx="3442970" cy="4227195"/>
          </a:xfrm>
          <a:prstGeom prst="rect">
            <a:avLst/>
          </a:prstGeom>
          <a:noFill/>
        </p:spPr>
        <p:txBody>
          <a:bodyPr wrap="square" lIns="17780" tIns="0" rIns="17780" bIns="0" rtlCol="0" anchor="t">
            <a:noAutofit/>
          </a:bodyPr>
          <a:p>
            <a:pPr algn="l"/>
            <a:r>
              <a:rPr lang="en-US" altLang="zh-CN" sz="2000">
                <a:solidFill>
                  <a:schemeClr val="dk1"/>
                </a:solidFill>
                <a:latin typeface="Arial" panose="020B0604020202020204" pitchFamily="34" charset="0"/>
                <a:ea typeface="汉仪刚艺体-95简" panose="00020600040101010101" charset="-122"/>
                <a:cs typeface="微软雅黑" panose="020B0503020204020204" pitchFamily="34" charset="-122"/>
              </a:rPr>
              <a:t>Generate images with Gemini</a:t>
            </a:r>
            <a:endParaRPr lang="en-US" altLang="zh-CN" sz="2000">
              <a:solidFill>
                <a:schemeClr val="dk1"/>
              </a:solidFill>
              <a:latin typeface="Arial" panose="020B0604020202020204" pitchFamily="34" charset="0"/>
              <a:ea typeface="汉仪刚艺体-95简" panose="00020600040101010101" charset="-122"/>
              <a:cs typeface="微软雅黑" panose="020B0503020204020204" pitchFamily="34" charset="-122"/>
            </a:endParaRPr>
          </a:p>
          <a:p>
            <a:pPr algn="l"/>
            <a:endParaRPr lang="en-US" altLang="zh-CN" sz="1200">
              <a:solidFill>
                <a:schemeClr val="dk1"/>
              </a:solidFill>
              <a:latin typeface="Arial" panose="020B0604020202020204" pitchFamily="34" charset="0"/>
              <a:ea typeface="汉仪刚艺体-95简" panose="00020600040101010101" charset="-122"/>
              <a:cs typeface="微软雅黑" panose="020B0503020204020204" pitchFamily="34" charset="-122"/>
            </a:endParaRPr>
          </a:p>
          <a:p>
            <a:pPr algn="l"/>
            <a:r>
              <a:rPr lang="en-US" altLang="zh-CN" sz="1400">
                <a:solidFill>
                  <a:schemeClr val="dk1"/>
                </a:solidFill>
                <a:latin typeface="Arial" panose="020B0604020202020204" pitchFamily="34" charset="0"/>
                <a:ea typeface="汉仪刚艺体-95简" panose="00020600040101010101" charset="-122"/>
                <a:cs typeface="微软雅黑" panose="020B0503020204020204" pitchFamily="34" charset="-122"/>
              </a:rPr>
              <a:t>Prompt:We expect to implement procedural tree modeling in Maya Python, which is mainly used for the procedural generation and animation production of trees in games and animations to achieve the above effects. The trees are generated via L-systems; flowers and leaves are randomly selected from self-collected low-poly model assets, with instances randomly created at specific positions on the trees. The weather system and animation effects are realized through Maya's native particle effects. Generate a render image for me that is produced in Maya using the above methods and can reflect the expected effects we aim to achieve.</a:t>
            </a:r>
            <a:endParaRPr lang="en-US" altLang="zh-CN" sz="1400">
              <a:solidFill>
                <a:schemeClr val="dk1"/>
              </a:solidFill>
              <a:latin typeface="Arial" panose="020B0604020202020204" pitchFamily="34" charset="0"/>
              <a:ea typeface="汉仪刚艺体-95简" panose="00020600040101010101" charset="-122"/>
              <a:cs typeface="微软雅黑" panose="020B0503020204020204" pitchFamily="34" charset="-122"/>
            </a:endParaRPr>
          </a:p>
        </p:txBody>
      </p:sp>
      <p:pic>
        <p:nvPicPr>
          <p:cNvPr id="2" name="图片 1" descr="Gemini_Generated_Image_gnz7bggnz7bggnz7"/>
          <p:cNvPicPr>
            <a:picLocks noChangeAspect="1"/>
          </p:cNvPicPr>
          <p:nvPr/>
        </p:nvPicPr>
        <p:blipFill>
          <a:blip r:embed="rId2"/>
          <a:stretch>
            <a:fillRect/>
          </a:stretch>
        </p:blipFill>
        <p:spPr>
          <a:xfrm>
            <a:off x="355600" y="1530350"/>
            <a:ext cx="7823200" cy="426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雨工作室版权所有_1"/>
          <p:cNvSpPr txBox="1"/>
          <p:nvPr/>
        </p:nvSpPr>
        <p:spPr>
          <a:xfrm>
            <a:off x="969679" y="653261"/>
            <a:ext cx="2712720" cy="583565"/>
          </a:xfrm>
          <a:prstGeom prst="rect">
            <a:avLst/>
          </a:prstGeom>
          <a:noFill/>
        </p:spPr>
        <p:txBody>
          <a:bodyPr wrap="none" rtlCol="0">
            <a:spAutoFit/>
          </a:bodyPr>
          <a:lstStyle/>
          <a:p>
            <a:pPr defTabSz="685800"/>
            <a:r>
              <a:rPr lang="en-US" altLang="zh-CN" sz="3200" b="1" dirty="0">
                <a:solidFill>
                  <a:schemeClr val="accent1"/>
                </a:solidFill>
                <a:latin typeface="Arial" panose="020B0604020202020204" pitchFamily="34" charset="0"/>
                <a:ea typeface="汉仪刚艺体-95简" panose="00020600040101010101" charset="-122"/>
              </a:rPr>
              <a:t>Ralated work</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2" name="文本框 1"/>
          <p:cNvSpPr txBox="1"/>
          <p:nvPr/>
        </p:nvSpPr>
        <p:spPr>
          <a:xfrm>
            <a:off x="969645" y="1391285"/>
            <a:ext cx="9975215" cy="3569335"/>
          </a:xfrm>
          <a:prstGeom prst="rect">
            <a:avLst/>
          </a:prstGeom>
          <a:noFill/>
        </p:spPr>
        <p:txBody>
          <a:bodyPr wrap="square" rtlCol="0">
            <a:spAutoFit/>
          </a:bodyPr>
          <a:p>
            <a:r>
              <a:rPr lang="en-US" altLang="zh-CN" sz="2000"/>
              <a:t>Our trunk generation algorithm mainly refers to open-source projects on GitHub and their cited papers:</a:t>
            </a:r>
            <a:endParaRPr lang="en-US" altLang="zh-CN" sz="2000"/>
          </a:p>
          <a:p>
            <a:endParaRPr lang="en-US" altLang="zh-CN" sz="2000"/>
          </a:p>
          <a:p>
            <a:r>
              <a:rPr lang="en-US" altLang="zh-CN" sz="2000"/>
              <a:t>https://github.com/openalea/lpy</a:t>
            </a:r>
            <a:endParaRPr lang="en-US" altLang="zh-CN" sz="2000"/>
          </a:p>
          <a:p>
            <a:endParaRPr lang="en-US" altLang="zh-CN" sz="2000"/>
          </a:p>
          <a:p>
            <a:r>
              <a:rPr lang="en-US" altLang="zh-CN"/>
              <a:t>https://github.com/openalea/plantgl</a:t>
            </a:r>
            <a:endParaRPr lang="en-US" altLang="zh-CN"/>
          </a:p>
          <a:p>
            <a:endParaRPr lang="en-US" altLang="zh-CN"/>
          </a:p>
          <a:p>
            <a:r>
              <a:rPr lang="en-US" altLang="zh-CN"/>
              <a:t>Boudon, T. Cokelaer, C. Pradal, P. Prusinkiewicz and C. Godin, L-Py: an L-system simulation framework for modeling plant architecture development based on a dynamic language, Frontiers in Plant Science, 30 May 2012.</a:t>
            </a:r>
            <a:endParaRPr lang="en-US" altLang="zh-CN"/>
          </a:p>
          <a:p>
            <a:endParaRPr lang="en-US" altLang="zh-CN"/>
          </a:p>
          <a:p>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雨工作室版权所有_1"/>
          <p:cNvSpPr txBox="1"/>
          <p:nvPr/>
        </p:nvSpPr>
        <p:spPr>
          <a:xfrm>
            <a:off x="1010890" y="628040"/>
            <a:ext cx="4450715" cy="583565"/>
          </a:xfrm>
          <a:prstGeom prst="rect">
            <a:avLst/>
          </a:prstGeom>
          <a:noFill/>
        </p:spPr>
        <p:txBody>
          <a:bodyPr wrap="none" rtlCol="0">
            <a:spAutoFit/>
          </a:bodyPr>
          <a:lstStyle/>
          <a:p>
            <a:pPr defTabSz="685800"/>
            <a:r>
              <a:rPr lang="en-US" altLang="zh-CN" sz="3200" b="1" dirty="0">
                <a:solidFill>
                  <a:schemeClr val="accent1"/>
                </a:solidFill>
                <a:latin typeface="Arial" panose="020B0604020202020204" pitchFamily="34" charset="0"/>
                <a:ea typeface="汉仪刚艺体-95简" panose="00020600040101010101" charset="-122"/>
              </a:rPr>
              <a:t>Detail of methodology</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12" name="任意多边形 11"/>
          <p:cNvSpPr/>
          <p:nvPr>
            <p:custDataLst>
              <p:tags r:id="rId1"/>
            </p:custDataLst>
          </p:nvPr>
        </p:nvSpPr>
        <p:spPr>
          <a:xfrm>
            <a:off x="609600" y="1583690"/>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3" name="文本框 12"/>
          <p:cNvSpPr txBox="1"/>
          <p:nvPr>
            <p:custDataLst>
              <p:tags r:id="rId2"/>
            </p:custDataLst>
          </p:nvPr>
        </p:nvSpPr>
        <p:spPr>
          <a:xfrm>
            <a:off x="914400" y="179324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01</a:t>
            </a:r>
            <a:endParaRPr lang="en-US" altLang="en-US" sz="3595">
              <a:solidFill>
                <a:schemeClr val="accent1"/>
              </a:solidFill>
              <a:latin typeface="Arial" panose="020B0604020202020204" pitchFamily="34" charset="0"/>
              <a:ea typeface="汉仪中简黑简" panose="00020600040101010101" charset="-122"/>
            </a:endParaRPr>
          </a:p>
        </p:txBody>
      </p:sp>
      <p:sp>
        <p:nvSpPr>
          <p:cNvPr id="14" name="文本框 13"/>
          <p:cNvSpPr txBox="1"/>
          <p:nvPr>
            <p:custDataLst>
              <p:tags r:id="rId3"/>
            </p:custDataLst>
          </p:nvPr>
        </p:nvSpPr>
        <p:spPr>
          <a:xfrm>
            <a:off x="1683385" y="1640840"/>
            <a:ext cx="9594850" cy="906780"/>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Topology Generation via Parametric and Stochastic L-Systems:</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 Adopt weighted parallel production L-Systems (including modules such as growth points, internodes and attachment candidate points) to generate hierarchical topological structures of tree trunks and branches.</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5" name="任意多边形 14"/>
          <p:cNvSpPr/>
          <p:nvPr>
            <p:custDataLst>
              <p:tags r:id="rId4"/>
            </p:custDataLst>
          </p:nvPr>
        </p:nvSpPr>
        <p:spPr>
          <a:xfrm>
            <a:off x="609600" y="3208020"/>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6" name="文本框 15"/>
          <p:cNvSpPr txBox="1"/>
          <p:nvPr>
            <p:custDataLst>
              <p:tags r:id="rId5"/>
            </p:custDataLst>
          </p:nvPr>
        </p:nvSpPr>
        <p:spPr>
          <a:xfrm>
            <a:off x="914400" y="341757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02</a:t>
            </a:r>
            <a:endParaRPr lang="en-US" altLang="en-US" sz="3595">
              <a:solidFill>
                <a:schemeClr val="accent1"/>
              </a:solidFill>
              <a:latin typeface="Arial" panose="020B0604020202020204" pitchFamily="34" charset="0"/>
              <a:ea typeface="汉仪中简黑简" panose="00020600040101010101" charset="-122"/>
            </a:endParaRPr>
          </a:p>
        </p:txBody>
      </p:sp>
      <p:sp>
        <p:nvSpPr>
          <p:cNvPr id="17" name="文本框 16"/>
          <p:cNvSpPr txBox="1"/>
          <p:nvPr>
            <p:custDataLst>
              <p:tags r:id="rId6"/>
            </p:custDataLst>
          </p:nvPr>
        </p:nvSpPr>
        <p:spPr>
          <a:xfrm>
            <a:off x="1683385" y="3263900"/>
            <a:ext cx="9594850" cy="1044000"/>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Deterministic Randomness with Reproducibility Guaranteed: </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A custom hash function is adopted in the algorithm to ensure that tree branches, bifurcations and appearances under the same seed remain absolutely stable when parameters are modified.</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8" name="任意多边形 17"/>
          <p:cNvSpPr/>
          <p:nvPr>
            <p:custDataLst>
              <p:tags r:id="rId7"/>
            </p:custDataLst>
          </p:nvPr>
        </p:nvSpPr>
        <p:spPr>
          <a:xfrm>
            <a:off x="609600" y="4799330"/>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9" name="文本框 18"/>
          <p:cNvSpPr txBox="1"/>
          <p:nvPr>
            <p:custDataLst>
              <p:tags r:id="rId8"/>
            </p:custDataLst>
          </p:nvPr>
        </p:nvSpPr>
        <p:spPr>
          <a:xfrm>
            <a:off x="914400" y="500888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03</a:t>
            </a:r>
            <a:endParaRPr lang="en-US" altLang="en-US" sz="3595">
              <a:solidFill>
                <a:schemeClr val="accent1"/>
              </a:solidFill>
              <a:latin typeface="Arial" panose="020B0604020202020204" pitchFamily="34" charset="0"/>
              <a:ea typeface="汉仪中简黑简" panose="00020600040101010101" charset="-122"/>
            </a:endParaRPr>
          </a:p>
        </p:txBody>
      </p:sp>
      <p:sp>
        <p:nvSpPr>
          <p:cNvPr id="20" name="文本框 19"/>
          <p:cNvSpPr txBox="1"/>
          <p:nvPr>
            <p:custDataLst>
              <p:tags r:id="rId9"/>
            </p:custDataLst>
          </p:nvPr>
        </p:nvSpPr>
        <p:spPr>
          <a:xfrm>
            <a:off x="1683385" y="4913630"/>
            <a:ext cx="9594215" cy="1073785"/>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Space Envelope and Pipeline Constraints: </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Introduce tree crown envelopes of different shapes (such as ellipsoidal, conical or pendulous) to constrain the distribution of organs, and calculate backward the pipeline model radius of branches based on the terminal load index.</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6" name="文本框 5"/>
          <p:cNvSpPr txBox="1"/>
          <p:nvPr/>
        </p:nvSpPr>
        <p:spPr>
          <a:xfrm>
            <a:off x="5960110" y="779145"/>
            <a:ext cx="5803265" cy="368300"/>
          </a:xfrm>
          <a:prstGeom prst="rect">
            <a:avLst/>
          </a:prstGeom>
          <a:noFill/>
        </p:spPr>
        <p:txBody>
          <a:bodyPr wrap="square" rtlCol="0">
            <a:spAutoFit/>
          </a:bodyPr>
          <a:p>
            <a:pPr algn="ctr"/>
            <a:r>
              <a:rPr lang="en-US" altLang="zh-CN"/>
              <a:t>Trunk Core Generation Algorithm</a:t>
            </a:r>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雨工作室版权所有_1"/>
          <p:cNvSpPr txBox="1"/>
          <p:nvPr/>
        </p:nvSpPr>
        <p:spPr>
          <a:xfrm>
            <a:off x="1010890" y="628040"/>
            <a:ext cx="4450715" cy="583565"/>
          </a:xfrm>
          <a:prstGeom prst="rect">
            <a:avLst/>
          </a:prstGeom>
          <a:noFill/>
        </p:spPr>
        <p:txBody>
          <a:bodyPr wrap="none" rtlCol="0">
            <a:spAutoFit/>
          </a:bodyPr>
          <a:lstStyle/>
          <a:p>
            <a:pPr defTabSz="685800"/>
            <a:r>
              <a:rPr lang="en-US" altLang="zh-CN" sz="3200" b="1" dirty="0">
                <a:solidFill>
                  <a:schemeClr val="accent1"/>
                </a:solidFill>
                <a:latin typeface="Arial" panose="020B0604020202020204" pitchFamily="34" charset="0"/>
                <a:ea typeface="汉仪刚艺体-95简" panose="00020600040101010101" charset="-122"/>
              </a:rPr>
              <a:t>Detail of methodology</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12" name="任意多边形 11"/>
          <p:cNvSpPr/>
          <p:nvPr>
            <p:custDataLst>
              <p:tags r:id="rId1"/>
            </p:custDataLst>
          </p:nvPr>
        </p:nvSpPr>
        <p:spPr>
          <a:xfrm>
            <a:off x="609600" y="1478280"/>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3" name="文本框 12"/>
          <p:cNvSpPr txBox="1"/>
          <p:nvPr>
            <p:custDataLst>
              <p:tags r:id="rId2"/>
            </p:custDataLst>
          </p:nvPr>
        </p:nvSpPr>
        <p:spPr>
          <a:xfrm>
            <a:off x="914400" y="168783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01</a:t>
            </a:r>
            <a:endParaRPr lang="en-US" altLang="en-US" sz="3595">
              <a:solidFill>
                <a:schemeClr val="accent1"/>
              </a:solidFill>
              <a:latin typeface="Arial" panose="020B0604020202020204" pitchFamily="34" charset="0"/>
              <a:ea typeface="汉仪中简黑简" panose="00020600040101010101" charset="-122"/>
            </a:endParaRPr>
          </a:p>
        </p:txBody>
      </p:sp>
      <p:sp>
        <p:nvSpPr>
          <p:cNvPr id="14" name="文本框 13"/>
          <p:cNvSpPr txBox="1"/>
          <p:nvPr>
            <p:custDataLst>
              <p:tags r:id="rId3"/>
            </p:custDataLst>
          </p:nvPr>
        </p:nvSpPr>
        <p:spPr>
          <a:xfrm>
            <a:off x="1683385" y="1535430"/>
            <a:ext cx="9594850" cy="906780"/>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Fully decoupled organ attachment system:</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 During the trunk generation phase, a set of "local coordinate frame attachment points" containing position, tangent </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and normal information is computed and output.</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5" name="任意多边形 14"/>
          <p:cNvSpPr/>
          <p:nvPr>
            <p:custDataLst>
              <p:tags r:id="rId4"/>
            </p:custDataLst>
          </p:nvPr>
        </p:nvSpPr>
        <p:spPr>
          <a:xfrm>
            <a:off x="609600" y="2771775"/>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6" name="文本框 15"/>
          <p:cNvSpPr txBox="1"/>
          <p:nvPr>
            <p:custDataLst>
              <p:tags r:id="rId5"/>
            </p:custDataLst>
          </p:nvPr>
        </p:nvSpPr>
        <p:spPr>
          <a:xfrm>
            <a:off x="914400" y="2981325"/>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02</a:t>
            </a:r>
            <a:endParaRPr lang="en-US" altLang="en-US" sz="3595">
              <a:solidFill>
                <a:schemeClr val="accent1"/>
              </a:solidFill>
              <a:latin typeface="Arial" panose="020B0604020202020204" pitchFamily="34" charset="0"/>
              <a:ea typeface="汉仪中简黑简" panose="00020600040101010101" charset="-122"/>
            </a:endParaRPr>
          </a:p>
        </p:txBody>
      </p:sp>
      <p:sp>
        <p:nvSpPr>
          <p:cNvPr id="17" name="文本框 16"/>
          <p:cNvSpPr txBox="1"/>
          <p:nvPr>
            <p:custDataLst>
              <p:tags r:id="rId6"/>
            </p:custDataLst>
          </p:nvPr>
        </p:nvSpPr>
        <p:spPr>
          <a:xfrm>
            <a:off x="1683385" y="2827655"/>
            <a:ext cx="9594850" cy="1044000"/>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Instantiation of Asset Library Weighting Logic:</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 According to tree species, seasons, LOD and stable hash seed</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s, randomly select corresponding flower and leaf assets from the organ model assets of the project by weight to carry out logical instance assembly.</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8" name="任意多边形 17"/>
          <p:cNvSpPr/>
          <p:nvPr>
            <p:custDataLst>
              <p:tags r:id="rId7"/>
            </p:custDataLst>
          </p:nvPr>
        </p:nvSpPr>
        <p:spPr>
          <a:xfrm>
            <a:off x="609600" y="4065270"/>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9" name="文本框 18"/>
          <p:cNvSpPr txBox="1"/>
          <p:nvPr>
            <p:custDataLst>
              <p:tags r:id="rId8"/>
            </p:custDataLst>
          </p:nvPr>
        </p:nvSpPr>
        <p:spPr>
          <a:xfrm>
            <a:off x="914400" y="427482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03</a:t>
            </a:r>
            <a:endParaRPr lang="en-US" altLang="en-US" sz="3595">
              <a:solidFill>
                <a:schemeClr val="accent1"/>
              </a:solidFill>
              <a:latin typeface="Arial" panose="020B0604020202020204" pitchFamily="34" charset="0"/>
              <a:ea typeface="汉仪中简黑简" panose="00020600040101010101" charset="-122"/>
            </a:endParaRPr>
          </a:p>
        </p:txBody>
      </p:sp>
      <p:sp>
        <p:nvSpPr>
          <p:cNvPr id="20" name="文本框 19"/>
          <p:cNvSpPr txBox="1"/>
          <p:nvPr>
            <p:custDataLst>
              <p:tags r:id="rId9"/>
            </p:custDataLst>
          </p:nvPr>
        </p:nvSpPr>
        <p:spPr>
          <a:xfrm>
            <a:off x="1683385" y="4112895"/>
            <a:ext cx="9594215" cy="1148715"/>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Discrete Organ State Machine Model:</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 Both leaves and flowers have complete life cycle state chains (such as the dormant, bud, mature, and withered states of leaves). Organs on the same tree can independently stay at different developmental stages based on probabilities, avoiding abrupt synchronous changes across the entire tree.</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2" name="任意多边形 1"/>
          <p:cNvSpPr/>
          <p:nvPr>
            <p:custDataLst>
              <p:tags r:id="rId10"/>
            </p:custDataLst>
          </p:nvPr>
        </p:nvSpPr>
        <p:spPr>
          <a:xfrm>
            <a:off x="609600" y="5358765"/>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4" name="文本框 3"/>
          <p:cNvSpPr txBox="1"/>
          <p:nvPr>
            <p:custDataLst>
              <p:tags r:id="rId11"/>
            </p:custDataLst>
          </p:nvPr>
        </p:nvSpPr>
        <p:spPr>
          <a:xfrm>
            <a:off x="914400" y="5568315"/>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04</a:t>
            </a:r>
            <a:endParaRPr lang="en-US" altLang="en-US" sz="3595">
              <a:solidFill>
                <a:schemeClr val="accent1"/>
              </a:solidFill>
              <a:latin typeface="Arial" panose="020B0604020202020204" pitchFamily="34" charset="0"/>
              <a:ea typeface="汉仪中简黑简" panose="00020600040101010101" charset="-122"/>
            </a:endParaRPr>
          </a:p>
        </p:txBody>
      </p:sp>
      <p:sp>
        <p:nvSpPr>
          <p:cNvPr id="5" name="文本框 4"/>
          <p:cNvSpPr txBox="1"/>
          <p:nvPr>
            <p:custDataLst>
              <p:tags r:id="rId12"/>
            </p:custDataLst>
          </p:nvPr>
        </p:nvSpPr>
        <p:spPr>
          <a:xfrm>
            <a:off x="1684020" y="5414645"/>
            <a:ext cx="9594215" cy="1117600"/>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State transition calculation under environmental constraints: </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The state transition probability is dominated by the seasonal base matrix, with additional constraints such as temperature, humidity and organ age superimposable; its calculation results independently control the number of organs at target attachment points, the adopted models and their materials (color, roughness).</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6" name="文本框 5"/>
          <p:cNvSpPr txBox="1"/>
          <p:nvPr/>
        </p:nvSpPr>
        <p:spPr>
          <a:xfrm>
            <a:off x="5960110" y="779145"/>
            <a:ext cx="5803265" cy="368300"/>
          </a:xfrm>
          <a:prstGeom prst="rect">
            <a:avLst/>
          </a:prstGeom>
          <a:noFill/>
        </p:spPr>
        <p:txBody>
          <a:bodyPr wrap="square" rtlCol="0">
            <a:spAutoFit/>
          </a:bodyPr>
          <a:p>
            <a:pPr algn="ctr"/>
            <a:r>
              <a:rPr lang="en-US" altLang="zh-CN">
                <a:sym typeface="+mn-ea"/>
              </a:rPr>
              <a:t>Leaf and flower generation and seasonal system</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雨工作室版权所有_1"/>
          <p:cNvSpPr txBox="1"/>
          <p:nvPr/>
        </p:nvSpPr>
        <p:spPr>
          <a:xfrm>
            <a:off x="1010890" y="628040"/>
            <a:ext cx="4450715" cy="583565"/>
          </a:xfrm>
          <a:prstGeom prst="rect">
            <a:avLst/>
          </a:prstGeom>
          <a:noFill/>
        </p:spPr>
        <p:txBody>
          <a:bodyPr wrap="none" rtlCol="0">
            <a:spAutoFit/>
          </a:bodyPr>
          <a:lstStyle/>
          <a:p>
            <a:pPr defTabSz="685800"/>
            <a:r>
              <a:rPr lang="en-US" altLang="zh-CN" sz="3200" b="1" dirty="0">
                <a:solidFill>
                  <a:schemeClr val="accent1"/>
                </a:solidFill>
                <a:latin typeface="Arial" panose="020B0604020202020204" pitchFamily="34" charset="0"/>
                <a:ea typeface="汉仪刚艺体-95简" panose="00020600040101010101" charset="-122"/>
              </a:rPr>
              <a:t>Detail of methodology</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12" name="任意多边形 11"/>
          <p:cNvSpPr/>
          <p:nvPr>
            <p:custDataLst>
              <p:tags r:id="rId1"/>
            </p:custDataLst>
          </p:nvPr>
        </p:nvSpPr>
        <p:spPr>
          <a:xfrm>
            <a:off x="609600" y="1501775"/>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3" name="文本框 12"/>
          <p:cNvSpPr txBox="1"/>
          <p:nvPr>
            <p:custDataLst>
              <p:tags r:id="rId2"/>
            </p:custDataLst>
          </p:nvPr>
        </p:nvSpPr>
        <p:spPr>
          <a:xfrm>
            <a:off x="914400" y="1711325"/>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01</a:t>
            </a:r>
            <a:endParaRPr lang="en-US" altLang="en-US" sz="3595">
              <a:solidFill>
                <a:schemeClr val="accent1"/>
              </a:solidFill>
              <a:latin typeface="Arial" panose="020B0604020202020204" pitchFamily="34" charset="0"/>
              <a:ea typeface="汉仪中简黑简" panose="00020600040101010101" charset="-122"/>
            </a:endParaRPr>
          </a:p>
        </p:txBody>
      </p:sp>
      <p:sp>
        <p:nvSpPr>
          <p:cNvPr id="14" name="文本框 13"/>
          <p:cNvSpPr txBox="1"/>
          <p:nvPr>
            <p:custDataLst>
              <p:tags r:id="rId3"/>
            </p:custDataLst>
          </p:nvPr>
        </p:nvSpPr>
        <p:spPr>
          <a:xfrm>
            <a:off x="1683385" y="1558925"/>
            <a:ext cx="9594850" cy="906780"/>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Pure Vertex Fixed Topology Animation:</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sym typeface="+mn-ea"/>
              </a:rPr>
              <a:t> The weather system does not employ any skeleton, rigid body or particle solvers. Vertex positions are updated throughout via analytical functions on a fixed topology, which drastically reduces performance overhead and facilitates vertex cache baking.</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8" name="任意多边形 17"/>
          <p:cNvSpPr/>
          <p:nvPr>
            <p:custDataLst>
              <p:tags r:id="rId4"/>
            </p:custDataLst>
          </p:nvPr>
        </p:nvSpPr>
        <p:spPr>
          <a:xfrm>
            <a:off x="609600" y="3155315"/>
            <a:ext cx="10972800" cy="129413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9" name="文本框 18"/>
          <p:cNvSpPr txBox="1"/>
          <p:nvPr>
            <p:custDataLst>
              <p:tags r:id="rId5"/>
            </p:custDataLst>
          </p:nvPr>
        </p:nvSpPr>
        <p:spPr>
          <a:xfrm>
            <a:off x="914400" y="3364865"/>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02</a:t>
            </a:r>
            <a:endParaRPr lang="en-US" altLang="en-US" sz="3595">
              <a:solidFill>
                <a:schemeClr val="accent1"/>
              </a:solidFill>
              <a:latin typeface="Arial" panose="020B0604020202020204" pitchFamily="34" charset="0"/>
              <a:ea typeface="汉仪中简黑简" panose="00020600040101010101" charset="-122"/>
            </a:endParaRPr>
          </a:p>
        </p:txBody>
      </p:sp>
      <p:sp>
        <p:nvSpPr>
          <p:cNvPr id="20" name="文本框 19"/>
          <p:cNvSpPr txBox="1"/>
          <p:nvPr>
            <p:custDataLst>
              <p:tags r:id="rId6"/>
            </p:custDataLst>
          </p:nvPr>
        </p:nvSpPr>
        <p:spPr>
          <a:xfrm>
            <a:off x="1683385" y="3220085"/>
            <a:ext cx="9594215" cy="1148715"/>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Trajectory replay-based leaf and blossom abscission mechanism:</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 falling leaves and blossoms share instance parameters with organs on the tree; once the preset abscission time is reached, vertex motion seamlessly switches from swaying with branches to analytic descent trajectories, and prefabricated low-dimensional trajectory libraries are utilized to replay tumbling and spiral movements.</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2" name="任意多边形 1"/>
          <p:cNvSpPr/>
          <p:nvPr>
            <p:custDataLst>
              <p:tags r:id="rId7"/>
            </p:custDataLst>
          </p:nvPr>
        </p:nvSpPr>
        <p:spPr>
          <a:xfrm>
            <a:off x="609600" y="4899660"/>
            <a:ext cx="10972800" cy="12827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4" name="文本框 3"/>
          <p:cNvSpPr txBox="1"/>
          <p:nvPr>
            <p:custDataLst>
              <p:tags r:id="rId8"/>
            </p:custDataLst>
          </p:nvPr>
        </p:nvSpPr>
        <p:spPr>
          <a:xfrm>
            <a:off x="914400" y="510921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03</a:t>
            </a:r>
            <a:endParaRPr lang="en-US" altLang="en-US" sz="3595">
              <a:solidFill>
                <a:schemeClr val="accent1"/>
              </a:solidFill>
              <a:latin typeface="Arial" panose="020B0604020202020204" pitchFamily="34" charset="0"/>
              <a:ea typeface="汉仪中简黑简" panose="00020600040101010101" charset="-122"/>
            </a:endParaRPr>
          </a:p>
        </p:txBody>
      </p:sp>
      <p:sp>
        <p:nvSpPr>
          <p:cNvPr id="5" name="文本框 4"/>
          <p:cNvSpPr txBox="1"/>
          <p:nvPr>
            <p:custDataLst>
              <p:tags r:id="rId9"/>
            </p:custDataLst>
          </p:nvPr>
        </p:nvSpPr>
        <p:spPr>
          <a:xfrm>
            <a:off x="1684020" y="4955540"/>
            <a:ext cx="9594215" cy="1143000"/>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Fixed Pool Rain-Snow with Snow Cap Model:</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 Preallocated quad pools and time modulo cycles render rain and falling snow. Snow caps matching branch/organ topology form on upward-facing surfaces, accumulating by normal, occlusion and slope; snow thickness is realized via Laplacian-smoothed vertex offset along normals.</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6" name="文本框 5"/>
          <p:cNvSpPr txBox="1"/>
          <p:nvPr/>
        </p:nvSpPr>
        <p:spPr>
          <a:xfrm>
            <a:off x="5960110" y="779145"/>
            <a:ext cx="5803265" cy="368300"/>
          </a:xfrm>
          <a:prstGeom prst="rect">
            <a:avLst/>
          </a:prstGeom>
          <a:noFill/>
        </p:spPr>
        <p:txBody>
          <a:bodyPr wrap="square" rtlCol="0">
            <a:spAutoFit/>
          </a:bodyPr>
          <a:p>
            <a:pPr algn="ctr"/>
            <a:r>
              <a:rPr lang="en-US" altLang="zh-CN">
                <a:sym typeface="+mn-ea"/>
              </a:rPr>
              <a:t>Weather System and Animation</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324225" y="2778760"/>
            <a:ext cx="5755005" cy="1303020"/>
            <a:chOff x="5235" y="4376"/>
            <a:chExt cx="9063" cy="2052"/>
          </a:xfrm>
        </p:grpSpPr>
        <p:sp>
          <p:nvSpPr>
            <p:cNvPr id="2" name="幻雨工作室版权所有_1"/>
            <p:cNvSpPr txBox="1"/>
            <p:nvPr/>
          </p:nvSpPr>
          <p:spPr>
            <a:xfrm>
              <a:off x="7608" y="4844"/>
              <a:ext cx="6690" cy="1113"/>
            </a:xfrm>
            <a:prstGeom prst="rect">
              <a:avLst/>
            </a:prstGeom>
            <a:noFill/>
          </p:spPr>
          <p:txBody>
            <a:bodyPr wrap="none" rtlCol="0">
              <a:spAutoFit/>
            </a:bodyPr>
            <a:lstStyle/>
            <a:p>
              <a:pPr defTabSz="685800"/>
              <a:r>
                <a:rPr lang="en-US" altLang="zh-CN" sz="4000" b="1" dirty="0">
                  <a:solidFill>
                    <a:schemeClr val="accent1"/>
                  </a:solidFill>
                  <a:latin typeface="Arial" panose="020B0604020202020204" pitchFamily="34" charset="0"/>
                  <a:ea typeface="汉仪刚艺体-95简" panose="00020600040101010101" charset="-122"/>
                  <a:cs typeface="Arial" panose="020B0604020202020204" pitchFamily="34" charset="0"/>
                </a:rPr>
                <a:t>AI Ethics Review</a:t>
              </a:r>
              <a:endParaRPr lang="en-US" altLang="zh-CN" sz="40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3" name="幻雨工作室版权所有_2"/>
            <p:cNvSpPr>
              <a:spLocks noChangeArrowheads="1"/>
            </p:cNvSpPr>
            <p:nvPr/>
          </p:nvSpPr>
          <p:spPr bwMode="auto">
            <a:xfrm>
              <a:off x="5235" y="4376"/>
              <a:ext cx="2057" cy="2052"/>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buFontTx/>
                <a:buNone/>
              </a:pPr>
              <a:endParaRPr lang="zh-CN" altLang="en-US" sz="2000" dirty="0">
                <a:solidFill>
                  <a:srgbClr val="7AABA6"/>
                </a:solidFill>
                <a:ea typeface="汉仪中简黑简" panose="00020600040101010101" charset="-122"/>
              </a:endParaRPr>
            </a:p>
          </p:txBody>
        </p:sp>
        <p:sp>
          <p:nvSpPr>
            <p:cNvPr id="4" name="幻雨工作室版权所有_3"/>
            <p:cNvSpPr txBox="1">
              <a:spLocks noChangeArrowheads="1"/>
            </p:cNvSpPr>
            <p:nvPr/>
          </p:nvSpPr>
          <p:spPr bwMode="auto">
            <a:xfrm>
              <a:off x="5270" y="4675"/>
              <a:ext cx="1986" cy="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00000"/>
                </a:lnSpc>
                <a:spcBef>
                  <a:spcPct val="0"/>
                </a:spcBef>
                <a:buFontTx/>
                <a:buNone/>
              </a:pPr>
              <a:r>
                <a:rPr lang="en-US" altLang="zh-CN" sz="5400" b="1" dirty="0">
                  <a:solidFill>
                    <a:schemeClr val="bg1"/>
                  </a:solidFill>
                  <a:latin typeface="Arial" panose="020B0604020202020204" pitchFamily="34" charset="0"/>
                  <a:ea typeface="汉仪中简黑简" panose="00020600040101010101" charset="-122"/>
                </a:rPr>
                <a:t>02</a:t>
              </a:r>
              <a:endParaRPr lang="en-US" altLang="zh-CN" sz="5400" b="1" dirty="0">
                <a:solidFill>
                  <a:schemeClr val="bg1"/>
                </a:solidFill>
                <a:latin typeface="Arial" panose="020B0604020202020204" pitchFamily="34" charset="0"/>
                <a:ea typeface="汉仪中简黑简" panose="00020600040101010101"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雨工作室版权所有_1"/>
          <p:cNvSpPr txBox="1"/>
          <p:nvPr/>
        </p:nvSpPr>
        <p:spPr>
          <a:xfrm>
            <a:off x="1010890" y="628040"/>
            <a:ext cx="4685030" cy="583565"/>
          </a:xfrm>
          <a:prstGeom prst="rect">
            <a:avLst/>
          </a:prstGeom>
          <a:noFill/>
        </p:spPr>
        <p:txBody>
          <a:bodyPr wrap="none" rtlCol="0">
            <a:spAutoFit/>
          </a:bodyPr>
          <a:lstStyle/>
          <a:p>
            <a:pPr algn="l" defTabSz="685800"/>
            <a:r>
              <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rPr>
              <a:t>The AI topic we choose</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7" name="文本框 6"/>
          <p:cNvSpPr txBox="1"/>
          <p:nvPr/>
        </p:nvSpPr>
        <p:spPr>
          <a:xfrm>
            <a:off x="1217295" y="1517015"/>
            <a:ext cx="6767195" cy="706755"/>
          </a:xfrm>
          <a:prstGeom prst="rect">
            <a:avLst/>
          </a:prstGeom>
          <a:noFill/>
        </p:spPr>
        <p:txBody>
          <a:bodyPr wrap="square" rtlCol="0">
            <a:spAutoFit/>
          </a:bodyPr>
          <a:p>
            <a:r>
              <a:rPr lang="en-US" altLang="zh-CN" sz="2000" b="1" i="1"/>
              <a:t>The Ethical Implications of </a:t>
            </a:r>
            <a:endParaRPr lang="en-US" altLang="zh-CN" sz="2000" b="1" i="1"/>
          </a:p>
          <a:p>
            <a:r>
              <a:rPr lang="en-US" altLang="zh-CN" sz="2000" b="1" i="1"/>
              <a:t>AI-Driven 3D Modeling and Animation Generation</a:t>
            </a:r>
            <a:endParaRPr lang="en-US" altLang="zh-CN" sz="2000" b="1" i="1"/>
          </a:p>
        </p:txBody>
      </p:sp>
      <p:sp>
        <p:nvSpPr>
          <p:cNvPr id="8" name="文本框 7"/>
          <p:cNvSpPr txBox="1"/>
          <p:nvPr/>
        </p:nvSpPr>
        <p:spPr>
          <a:xfrm>
            <a:off x="1217295" y="2338705"/>
            <a:ext cx="9910445" cy="3919220"/>
          </a:xfrm>
          <a:prstGeom prst="rect">
            <a:avLst/>
          </a:prstGeom>
        </p:spPr>
        <p:txBody>
          <a:bodyPr wrap="square">
            <a:noAutofit/>
          </a:bodyPr>
          <a:p>
            <a:pPr>
              <a:lnSpc>
                <a:spcPct val="120000"/>
              </a:lnSpc>
            </a:pPr>
            <a:r>
              <a:rPr lang="en-US" altLang="zh-CN" sz="2000">
                <a:solidFill>
                  <a:srgbClr val="080F17"/>
                </a:solidFill>
              </a:rPr>
              <a:t>In this ethics review report, we focus on one of the most disruptive technological inflection points in contemporary digital media and industrial design ― AI-driven 3D modeling and animation generation. </a:t>
            </a:r>
            <a:endParaRPr lang="en-US" altLang="zh-CN" sz="2000">
              <a:solidFill>
                <a:srgbClr val="080F17"/>
              </a:solidFill>
            </a:endParaRPr>
          </a:p>
          <a:p>
            <a:pPr>
              <a:lnSpc>
                <a:spcPct val="120000"/>
              </a:lnSpc>
            </a:pPr>
            <a:r>
              <a:rPr lang="en-US" altLang="zh-CN" sz="2000">
                <a:solidFill>
                  <a:srgbClr val="080F17"/>
                </a:solidFill>
              </a:rPr>
              <a:t>This topic spans the full spectrum from early text-to-3D mesh generation and single-image multi-view 3D asset reconstruction, to machine learning-based automated character rigging, AI-assisted keyframe generation, and the prediction and simulation of physically interactive motion. At the core of our inquiry is the profound ethical dilemma inevitably triggered by these cutting-edge generative algorithms, even as they fundamentally reshape the digital asset production pipeline.</a:t>
            </a:r>
            <a:endParaRPr lang="en-US" altLang="zh-CN" sz="2000">
              <a:solidFill>
                <a:srgbClr val="080F17"/>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雨工作室版权所有_1"/>
          <p:cNvSpPr txBox="1"/>
          <p:nvPr/>
        </p:nvSpPr>
        <p:spPr>
          <a:xfrm>
            <a:off x="1010890" y="638835"/>
            <a:ext cx="309880" cy="583565"/>
          </a:xfrm>
          <a:prstGeom prst="rect">
            <a:avLst/>
          </a:prstGeom>
          <a:noFill/>
        </p:spPr>
        <p:txBody>
          <a:bodyPr wrap="none" rtlCol="0">
            <a:spAutoFit/>
          </a:bodyPr>
          <a:lstStyle/>
          <a:p>
            <a:pPr defTabSz="685800"/>
            <a:endParaRPr lang="en-US" altLang="zh-CN" sz="3200"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12" name="任意多边形 11"/>
          <p:cNvSpPr/>
          <p:nvPr>
            <p:custDataLst>
              <p:tags r:id="rId1"/>
            </p:custDataLst>
          </p:nvPr>
        </p:nvSpPr>
        <p:spPr>
          <a:xfrm>
            <a:off x="609600" y="1583690"/>
            <a:ext cx="10972800" cy="251587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3" name="文本框 12"/>
          <p:cNvSpPr txBox="1"/>
          <p:nvPr>
            <p:custDataLst>
              <p:tags r:id="rId2"/>
            </p:custDataLst>
          </p:nvPr>
        </p:nvSpPr>
        <p:spPr>
          <a:xfrm>
            <a:off x="914400" y="179324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01</a:t>
            </a:r>
            <a:endParaRPr lang="en-US" altLang="en-US" sz="3595">
              <a:solidFill>
                <a:schemeClr val="accent1"/>
              </a:solidFill>
              <a:latin typeface="Arial" panose="020B0604020202020204" pitchFamily="34" charset="0"/>
              <a:ea typeface="汉仪中简黑简" panose="00020600040101010101" charset="-122"/>
            </a:endParaRPr>
          </a:p>
        </p:txBody>
      </p:sp>
      <p:sp>
        <p:nvSpPr>
          <p:cNvPr id="14" name="文本框 13"/>
          <p:cNvSpPr txBox="1"/>
          <p:nvPr>
            <p:custDataLst>
              <p:tags r:id="rId3"/>
            </p:custDataLst>
          </p:nvPr>
        </p:nvSpPr>
        <p:spPr>
          <a:xfrm>
            <a:off x="1684020" y="1640840"/>
            <a:ext cx="10079990" cy="906780"/>
          </a:xfrm>
          <a:prstGeom prst="rect">
            <a:avLst/>
          </a:prstGeom>
          <a:noFill/>
        </p:spPr>
        <p:txBody>
          <a:bodyPr wrap="square" lIns="17780" tIns="0" rIns="17780" bIns="0" rtlCol="0" anchor="t">
            <a:noAutofit/>
          </a:bodyPr>
          <a:p>
            <a:pPr algn="l">
              <a:lnSpc>
                <a:spcPct val="120000"/>
              </a:lnSpc>
            </a:pPr>
            <a:r>
              <a:rPr lang="en-US" altLang="zh-CN" sz="1600" b="1" i="1">
                <a:solidFill>
                  <a:schemeClr val="dk1"/>
                </a:solidFill>
                <a:latin typeface="Arial" panose="020B0604020202020204" pitchFamily="34" charset="0"/>
                <a:ea typeface="汉仪中简黑简" panose="00020600040101010101" charset="-122"/>
                <a:cs typeface="微软雅黑" panose="020B0503020204020204" pitchFamily="34" charset="-122"/>
              </a:rPr>
              <a:t>First, it drives a seismic shift in productivity and creative paradigms. </a:t>
            </a: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Traditional 3D</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asset creation is labor-intensive, requiring a long and rigorous pipeline of concept</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sketching, polygonal modeling, topology retopology, UV unwrapping, texture baking, and</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more. Today's AI models attempt to output production-ready 3D assets through end-to-end black-box algorithms, and can even integrate with professional software and engines</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such as Unity, Blender, and Maya to enable rapid scene iteration and physical state</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simulation. This technological leap fundamentally disrupts conventional digital asset</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creation workflows</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6" name="文本框 15"/>
          <p:cNvSpPr txBox="1"/>
          <p:nvPr>
            <p:custDataLst>
              <p:tags r:id="rId4"/>
            </p:custDataLst>
          </p:nvPr>
        </p:nvSpPr>
        <p:spPr>
          <a:xfrm>
            <a:off x="914400" y="3086735"/>
            <a:ext cx="609600" cy="609600"/>
          </a:xfrm>
          <a:prstGeom prst="rect">
            <a:avLst/>
          </a:prstGeom>
          <a:noFill/>
        </p:spPr>
        <p:txBody>
          <a:bodyPr wrap="square" lIns="17780" tIns="0" rIns="17780" bIns="0" rtlCol="0" anchor="ctr">
            <a:noAutofit/>
          </a:bodyPr>
          <a:p>
            <a:pPr algn="ctr">
              <a:lnSpc>
                <a:spcPct val="100000"/>
              </a:lnSpc>
            </a:pPr>
            <a:endParaRPr lang="en-US" altLang="en-US" sz="3595">
              <a:solidFill>
                <a:schemeClr val="accent1"/>
              </a:solidFill>
              <a:latin typeface="Arial" panose="020B0604020202020204" pitchFamily="34" charset="0"/>
              <a:ea typeface="汉仪中简黑简" panose="00020600040101010101" charset="-122"/>
            </a:endParaRPr>
          </a:p>
        </p:txBody>
      </p:sp>
      <p:sp>
        <p:nvSpPr>
          <p:cNvPr id="18" name="任意多边形 17"/>
          <p:cNvSpPr/>
          <p:nvPr>
            <p:custDataLst>
              <p:tags r:id="rId5"/>
            </p:custDataLst>
          </p:nvPr>
        </p:nvSpPr>
        <p:spPr>
          <a:xfrm>
            <a:off x="609600" y="4170680"/>
            <a:ext cx="10972800" cy="268732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9" name="文本框 18"/>
          <p:cNvSpPr txBox="1"/>
          <p:nvPr>
            <p:custDataLst>
              <p:tags r:id="rId6"/>
            </p:custDataLst>
          </p:nvPr>
        </p:nvSpPr>
        <p:spPr>
          <a:xfrm>
            <a:off x="914400" y="438023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02</a:t>
            </a:r>
            <a:endParaRPr lang="en-US" altLang="en-US" sz="3595">
              <a:solidFill>
                <a:schemeClr val="accent1"/>
              </a:solidFill>
              <a:latin typeface="Arial" panose="020B0604020202020204" pitchFamily="34" charset="0"/>
              <a:ea typeface="汉仪中简黑简" panose="00020600040101010101" charset="-122"/>
            </a:endParaRPr>
          </a:p>
        </p:txBody>
      </p:sp>
      <p:sp>
        <p:nvSpPr>
          <p:cNvPr id="20" name="文本框 19"/>
          <p:cNvSpPr txBox="1"/>
          <p:nvPr>
            <p:custDataLst>
              <p:tags r:id="rId7"/>
            </p:custDataLst>
          </p:nvPr>
        </p:nvSpPr>
        <p:spPr>
          <a:xfrm>
            <a:off x="1684020" y="4235450"/>
            <a:ext cx="9594215" cy="1148715"/>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Second, it sparks intense collision between "efficiency-ism" and originality. </a:t>
            </a: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While</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these AI tools dramatically lower technical barriers and multiply the efficiency of early-</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stage visual concept iteration, they directly challenge traditional human definitions of</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"originality" and "artistic value." Do machine-generated models possess soul? Do</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algorithmically assembled motion data carry intellectual property rights? More</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importantly, they exert enormous pressure on existing industry ecosystems and creative</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talent cultivation systems. This is an issue of both high engineering research value and</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acute real-world contradiction, urgently demanding scrutiny and intervention from the</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perspective of technology ethics</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4" name="文本框 3"/>
          <p:cNvSpPr txBox="1"/>
          <p:nvPr>
            <p:custDataLst>
              <p:tags r:id="rId8"/>
            </p:custDataLst>
          </p:nvPr>
        </p:nvSpPr>
        <p:spPr>
          <a:xfrm>
            <a:off x="914400" y="5673725"/>
            <a:ext cx="609600" cy="609600"/>
          </a:xfrm>
          <a:prstGeom prst="rect">
            <a:avLst/>
          </a:prstGeom>
          <a:noFill/>
        </p:spPr>
        <p:txBody>
          <a:bodyPr wrap="square" lIns="17780" tIns="0" rIns="17780" bIns="0" rtlCol="0" anchor="ctr">
            <a:noAutofit/>
          </a:bodyPr>
          <a:p>
            <a:pPr algn="ctr">
              <a:lnSpc>
                <a:spcPct val="100000"/>
              </a:lnSpc>
            </a:pPr>
            <a:endParaRPr lang="en-US" altLang="en-US" sz="3595">
              <a:solidFill>
                <a:schemeClr val="accent1"/>
              </a:solidFill>
              <a:latin typeface="Arial" panose="020B0604020202020204" pitchFamily="34" charset="0"/>
              <a:ea typeface="汉仪中简黑简" panose="00020600040101010101" charset="-122"/>
            </a:endParaRPr>
          </a:p>
        </p:txBody>
      </p:sp>
      <p:sp>
        <p:nvSpPr>
          <p:cNvPr id="7" name="文本框 6"/>
          <p:cNvSpPr txBox="1"/>
          <p:nvPr/>
        </p:nvSpPr>
        <p:spPr>
          <a:xfrm>
            <a:off x="1010920" y="654685"/>
            <a:ext cx="6795135" cy="583565"/>
          </a:xfrm>
          <a:prstGeom prst="rect">
            <a:avLst/>
          </a:prstGeom>
          <a:noFill/>
        </p:spPr>
        <p:txBody>
          <a:bodyPr wrap="square" rtlCol="0">
            <a:spAutoFit/>
          </a:bodyPr>
          <a:lstStyle/>
          <a:p>
            <a:pPr lvl="0" algn="l" defTabSz="685800">
              <a:buClrTx/>
              <a:buSzTx/>
              <a:buFontTx/>
            </a:pPr>
            <a:r>
              <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sym typeface="+mn-ea"/>
              </a:rPr>
              <a:t>Why we want to choose the topic</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雨工作室版权所有_1"/>
          <p:cNvSpPr txBox="1"/>
          <p:nvPr/>
        </p:nvSpPr>
        <p:spPr>
          <a:xfrm>
            <a:off x="1010890" y="638835"/>
            <a:ext cx="309880" cy="583565"/>
          </a:xfrm>
          <a:prstGeom prst="rect">
            <a:avLst/>
          </a:prstGeom>
          <a:noFill/>
        </p:spPr>
        <p:txBody>
          <a:bodyPr wrap="none" rtlCol="0">
            <a:spAutoFit/>
          </a:bodyPr>
          <a:lstStyle/>
          <a:p>
            <a:pPr defTabSz="685800"/>
            <a:endParaRPr lang="en-US" altLang="zh-CN" sz="3200"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12" name="任意多边形 11"/>
          <p:cNvSpPr/>
          <p:nvPr>
            <p:custDataLst>
              <p:tags r:id="rId1"/>
            </p:custDataLst>
          </p:nvPr>
        </p:nvSpPr>
        <p:spPr>
          <a:xfrm>
            <a:off x="609600" y="1583690"/>
            <a:ext cx="10972800" cy="251587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3" name="文本框 12"/>
          <p:cNvSpPr txBox="1"/>
          <p:nvPr>
            <p:custDataLst>
              <p:tags r:id="rId2"/>
            </p:custDataLst>
          </p:nvPr>
        </p:nvSpPr>
        <p:spPr>
          <a:xfrm>
            <a:off x="914400" y="179324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01</a:t>
            </a:r>
            <a:endParaRPr lang="en-US" altLang="en-US" sz="3595">
              <a:solidFill>
                <a:schemeClr val="accent1"/>
              </a:solidFill>
              <a:latin typeface="Arial" panose="020B0604020202020204" pitchFamily="34" charset="0"/>
              <a:ea typeface="汉仪中简黑简" panose="00020600040101010101" charset="-122"/>
            </a:endParaRPr>
          </a:p>
        </p:txBody>
      </p:sp>
      <p:sp>
        <p:nvSpPr>
          <p:cNvPr id="14" name="文本框 13"/>
          <p:cNvSpPr txBox="1"/>
          <p:nvPr>
            <p:custDataLst>
              <p:tags r:id="rId3"/>
            </p:custDataLst>
          </p:nvPr>
        </p:nvSpPr>
        <p:spPr>
          <a:xfrm>
            <a:off x="1684020" y="1640840"/>
            <a:ext cx="9058275" cy="2395855"/>
          </a:xfrm>
          <a:prstGeom prst="rect">
            <a:avLst/>
          </a:prstGeom>
          <a:noFill/>
        </p:spPr>
        <p:txBody>
          <a:bodyPr wrap="square" lIns="17780" tIns="0" rIns="17780" bIns="0" rtlCol="0" anchor="t">
            <a:noAutofit/>
          </a:bodyPr>
          <a:p>
            <a:pPr algn="l">
              <a:lnSpc>
                <a:spcPct val="120000"/>
              </a:lnSpc>
            </a:pPr>
            <a:r>
              <a:rPr lang="en-US" altLang="zh-CN" sz="1600" b="1">
                <a:solidFill>
                  <a:schemeClr val="dk1"/>
                </a:solidFill>
                <a:latin typeface="Arial" panose="020B0604020202020204" pitchFamily="34" charset="0"/>
                <a:ea typeface="汉仪中简黑简" panose="00020600040101010101" charset="-122"/>
                <a:cs typeface="微软雅黑" panose="020B0503020204020204" pitchFamily="34" charset="-122"/>
              </a:rPr>
              <a:t>Literature Review and Industry Case Analysis</a:t>
            </a:r>
            <a:endParaRPr lang="en-US" altLang="zh-CN" sz="1600"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We will track landmark controversy cases that have recently emerged online. For</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instance, numerous original artists and independent studios have discovered that their</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painstakingly constructed 3D asset topologies, intricate ZBrush sculpting details, and</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bespoke material node networks have been directly used ― without authorization ― to</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train commercial 3D generative foundation models. We will analyze the legal blind spots</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in these rights-protection cases and explore the gray zone between open-source</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rPr>
              <a:t>community licenses and AI commercial exploitation</a:t>
            </a:r>
            <a:endParaRPr lang="en-US" altLang="zh-CN" sz="1600">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6" name="文本框 15"/>
          <p:cNvSpPr txBox="1"/>
          <p:nvPr>
            <p:custDataLst>
              <p:tags r:id="rId4"/>
            </p:custDataLst>
          </p:nvPr>
        </p:nvSpPr>
        <p:spPr>
          <a:xfrm>
            <a:off x="914400" y="3086735"/>
            <a:ext cx="609600" cy="609600"/>
          </a:xfrm>
          <a:prstGeom prst="rect">
            <a:avLst/>
          </a:prstGeom>
          <a:noFill/>
        </p:spPr>
        <p:txBody>
          <a:bodyPr wrap="square" lIns="17780" tIns="0" rIns="17780" bIns="0" rtlCol="0" anchor="ctr">
            <a:noAutofit/>
          </a:bodyPr>
          <a:p>
            <a:pPr algn="ctr">
              <a:lnSpc>
                <a:spcPct val="100000"/>
              </a:lnSpc>
            </a:pPr>
            <a:endParaRPr lang="en-US" altLang="en-US" sz="3595">
              <a:solidFill>
                <a:schemeClr val="accent1"/>
              </a:solidFill>
              <a:latin typeface="Arial" panose="020B0604020202020204" pitchFamily="34" charset="0"/>
              <a:ea typeface="汉仪中简黑简" panose="00020600040101010101" charset="-122"/>
            </a:endParaRPr>
          </a:p>
        </p:txBody>
      </p:sp>
      <p:sp>
        <p:nvSpPr>
          <p:cNvPr id="18" name="任意多边形 17"/>
          <p:cNvSpPr/>
          <p:nvPr>
            <p:custDataLst>
              <p:tags r:id="rId5"/>
            </p:custDataLst>
          </p:nvPr>
        </p:nvSpPr>
        <p:spPr>
          <a:xfrm>
            <a:off x="609600" y="4099560"/>
            <a:ext cx="10972800" cy="268732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9" name="文本框 18"/>
          <p:cNvSpPr txBox="1"/>
          <p:nvPr>
            <p:custDataLst>
              <p:tags r:id="rId6"/>
            </p:custDataLst>
          </p:nvPr>
        </p:nvSpPr>
        <p:spPr>
          <a:xfrm>
            <a:off x="914400" y="438023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02</a:t>
            </a:r>
            <a:endParaRPr lang="en-US" altLang="en-US" sz="3595">
              <a:solidFill>
                <a:schemeClr val="accent1"/>
              </a:solidFill>
              <a:latin typeface="Arial" panose="020B0604020202020204" pitchFamily="34" charset="0"/>
              <a:ea typeface="汉仪中简黑简" panose="00020600040101010101" charset="-122"/>
            </a:endParaRPr>
          </a:p>
        </p:txBody>
      </p:sp>
      <p:sp>
        <p:nvSpPr>
          <p:cNvPr id="20" name="文本框 19"/>
          <p:cNvSpPr txBox="1"/>
          <p:nvPr>
            <p:custDataLst>
              <p:tags r:id="rId7"/>
            </p:custDataLst>
          </p:nvPr>
        </p:nvSpPr>
        <p:spPr>
          <a:xfrm>
            <a:off x="1684020" y="4235450"/>
            <a:ext cx="8590915" cy="2234565"/>
          </a:xfrm>
          <a:prstGeom prst="rect">
            <a:avLst/>
          </a:prstGeom>
          <a:noFill/>
        </p:spPr>
        <p:txBody>
          <a:bodyPr wrap="square" lIns="17780" tIns="0" rIns="17780" bIns="0" rtlCol="0" anchor="t">
            <a:noAutofit/>
          </a:bodyPr>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Multi-Dimensional Stakeholder Game Analysis</a:t>
            </a:r>
            <a:endPar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The ethical issues surrounding digital asset generation are not a matter of right or wrong</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along a single dimension, but rather a misalignment of interests across different groups.</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rPr>
              <a:t>We will deconstruct the issue from three core perspectives:</a:t>
            </a:r>
            <a:endParaRPr lang="en-US" altLang="zh-CN" sz="1595">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Foundational algorithm developers;</a:t>
            </a:r>
            <a:endPar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AI tool users (industrial designers / animators / developers);</a:t>
            </a:r>
            <a:endPar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rPr>
              <a:t>Unauthorized training data providers (original artists).</a:t>
            </a:r>
            <a:endParaRPr lang="en-US" altLang="zh-CN" sz="1595" b="1">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4" name="文本框 3"/>
          <p:cNvSpPr txBox="1"/>
          <p:nvPr>
            <p:custDataLst>
              <p:tags r:id="rId8"/>
            </p:custDataLst>
          </p:nvPr>
        </p:nvSpPr>
        <p:spPr>
          <a:xfrm>
            <a:off x="914400" y="5673725"/>
            <a:ext cx="609600" cy="609600"/>
          </a:xfrm>
          <a:prstGeom prst="rect">
            <a:avLst/>
          </a:prstGeom>
          <a:noFill/>
        </p:spPr>
        <p:txBody>
          <a:bodyPr wrap="square" lIns="17780" tIns="0" rIns="17780" bIns="0" rtlCol="0" anchor="ctr">
            <a:noAutofit/>
          </a:bodyPr>
          <a:p>
            <a:pPr algn="ctr">
              <a:lnSpc>
                <a:spcPct val="100000"/>
              </a:lnSpc>
            </a:pPr>
            <a:endParaRPr lang="en-US" altLang="en-US" sz="3595">
              <a:solidFill>
                <a:schemeClr val="accent1"/>
              </a:solidFill>
              <a:latin typeface="Arial" panose="020B0604020202020204" pitchFamily="34" charset="0"/>
              <a:ea typeface="汉仪中简黑简" panose="00020600040101010101" charset="-122"/>
            </a:endParaRPr>
          </a:p>
        </p:txBody>
      </p:sp>
      <p:sp>
        <p:nvSpPr>
          <p:cNvPr id="7" name="文本框 6"/>
          <p:cNvSpPr txBox="1"/>
          <p:nvPr/>
        </p:nvSpPr>
        <p:spPr>
          <a:xfrm>
            <a:off x="1010920" y="654685"/>
            <a:ext cx="7280910" cy="583565"/>
          </a:xfrm>
          <a:prstGeom prst="rect">
            <a:avLst/>
          </a:prstGeom>
          <a:noFill/>
        </p:spPr>
        <p:txBody>
          <a:bodyPr wrap="square" rtlCol="0">
            <a:spAutoFit/>
          </a:bodyPr>
          <a:lstStyle/>
          <a:p>
            <a:pPr lvl="0" algn="l" defTabSz="685800">
              <a:buClrTx/>
              <a:buSzTx/>
              <a:buFontTx/>
            </a:pPr>
            <a:r>
              <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sym typeface="+mn-ea"/>
              </a:rPr>
              <a:t>How we are going to do the review</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雨工作室版权所有_1"/>
          <p:cNvSpPr txBox="1"/>
          <p:nvPr/>
        </p:nvSpPr>
        <p:spPr>
          <a:xfrm>
            <a:off x="1010890" y="628040"/>
            <a:ext cx="9218295" cy="583565"/>
          </a:xfrm>
          <a:prstGeom prst="rect">
            <a:avLst/>
          </a:prstGeom>
          <a:noFill/>
        </p:spPr>
        <p:txBody>
          <a:bodyPr wrap="none" rtlCol="0">
            <a:spAutoFit/>
          </a:bodyPr>
          <a:lstStyle/>
          <a:p>
            <a:pPr algn="l" defTabSz="685800"/>
            <a:r>
              <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rPr>
              <a:t>What potential ethics issues we want to review</a:t>
            </a:r>
            <a:endParaRPr lang="en-US" altLang="zh-CN" sz="3200" b="1" dirty="0">
              <a:solidFill>
                <a:schemeClr val="accent1"/>
              </a:solidFill>
              <a:latin typeface="Arial" panose="020B0604020202020204" pitchFamily="34" charset="0"/>
              <a:ea typeface="汉仪刚艺体-95简" panose="00020600040101010101" charset="-122"/>
              <a:cs typeface="Arial" panose="020B0604020202020204" pitchFamily="34" charset="0"/>
            </a:endParaRPr>
          </a:p>
        </p:txBody>
      </p:sp>
      <p:sp>
        <p:nvSpPr>
          <p:cNvPr id="12" name="任意多边形 11"/>
          <p:cNvSpPr/>
          <p:nvPr>
            <p:custDataLst>
              <p:tags r:id="rId1"/>
            </p:custDataLst>
          </p:nvPr>
        </p:nvSpPr>
        <p:spPr>
          <a:xfrm>
            <a:off x="609600" y="1583690"/>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3" name="文本框 12"/>
          <p:cNvSpPr txBox="1"/>
          <p:nvPr>
            <p:custDataLst>
              <p:tags r:id="rId2"/>
            </p:custDataLst>
          </p:nvPr>
        </p:nvSpPr>
        <p:spPr>
          <a:xfrm>
            <a:off x="914400" y="179324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01</a:t>
            </a:r>
            <a:endParaRPr lang="en-US" altLang="en-US" sz="3595">
              <a:solidFill>
                <a:schemeClr val="accent1"/>
              </a:solidFill>
              <a:latin typeface="Arial" panose="020B0604020202020204" pitchFamily="34" charset="0"/>
              <a:ea typeface="汉仪中简黑简" panose="00020600040101010101" charset="-122"/>
            </a:endParaRPr>
          </a:p>
        </p:txBody>
      </p:sp>
      <p:sp>
        <p:nvSpPr>
          <p:cNvPr id="14" name="文本框 13"/>
          <p:cNvSpPr txBox="1"/>
          <p:nvPr>
            <p:custDataLst>
              <p:tags r:id="rId3"/>
            </p:custDataLst>
          </p:nvPr>
        </p:nvSpPr>
        <p:spPr>
          <a:xfrm>
            <a:off x="1683385" y="1640840"/>
            <a:ext cx="9594850" cy="906780"/>
          </a:xfrm>
          <a:prstGeom prst="rect">
            <a:avLst/>
          </a:prstGeom>
          <a:noFill/>
        </p:spPr>
        <p:txBody>
          <a:bodyPr wrap="square" lIns="17780" tIns="0" rIns="17780" bIns="0" rtlCol="0" anchor="t">
            <a:noAutofit/>
          </a:bodyPr>
          <a:p>
            <a:pPr algn="l">
              <a:lnSpc>
                <a:spcPct val="120000"/>
              </a:lnSpc>
            </a:pPr>
            <a:r>
              <a:rPr lang="en-US" altLang="zh-CN" sz="1200" b="1">
                <a:solidFill>
                  <a:schemeClr val="dk1"/>
                </a:solidFill>
                <a:latin typeface="Arial" panose="020B0604020202020204" pitchFamily="34" charset="0"/>
                <a:ea typeface="汉仪中简黑简" panose="00020600040101010101" charset="-122"/>
                <a:cs typeface="微软雅黑" panose="020B0503020204020204" pitchFamily="34" charset="-122"/>
              </a:rPr>
              <a:t>Data Plagiarism and Intellectual Property </a:t>
            </a:r>
            <a:endParaRPr lang="en-US" altLang="zh-CN" sz="1200"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rPr>
              <a:t>Without the original creators' consent, AI models scrape vast quantities of these high value assets from major 3D asset platforms via web crawlers for deep learning. As a  result, the copyright ownership of the resulting 3D models or animation clips becomes extremely ambiguous.This severely infringes upon the digital property rights of original creators and creates profound evidentiary difficulties at </a:t>
            </a:r>
            <a:endPar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rPr>
              <a:t>the legal level.</a:t>
            </a:r>
            <a:endPar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5" name="任意多边形 14"/>
          <p:cNvSpPr/>
          <p:nvPr>
            <p:custDataLst>
              <p:tags r:id="rId4"/>
            </p:custDataLst>
          </p:nvPr>
        </p:nvSpPr>
        <p:spPr>
          <a:xfrm>
            <a:off x="609600" y="2877185"/>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6" name="文本框 15"/>
          <p:cNvSpPr txBox="1"/>
          <p:nvPr>
            <p:custDataLst>
              <p:tags r:id="rId5"/>
            </p:custDataLst>
          </p:nvPr>
        </p:nvSpPr>
        <p:spPr>
          <a:xfrm>
            <a:off x="914400" y="3086735"/>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02</a:t>
            </a:r>
            <a:endParaRPr lang="en-US" altLang="en-US" sz="3595">
              <a:solidFill>
                <a:schemeClr val="accent1"/>
              </a:solidFill>
              <a:latin typeface="Arial" panose="020B0604020202020204" pitchFamily="34" charset="0"/>
              <a:ea typeface="汉仪中简黑简" panose="00020600040101010101" charset="-122"/>
            </a:endParaRPr>
          </a:p>
        </p:txBody>
      </p:sp>
      <p:sp>
        <p:nvSpPr>
          <p:cNvPr id="17" name="文本框 16"/>
          <p:cNvSpPr txBox="1"/>
          <p:nvPr>
            <p:custDataLst>
              <p:tags r:id="rId6"/>
            </p:custDataLst>
          </p:nvPr>
        </p:nvSpPr>
        <p:spPr>
          <a:xfrm>
            <a:off x="1683385" y="2933065"/>
            <a:ext cx="9594850" cy="1044000"/>
          </a:xfrm>
          <a:prstGeom prst="rect">
            <a:avLst/>
          </a:prstGeom>
          <a:noFill/>
        </p:spPr>
        <p:txBody>
          <a:bodyPr wrap="square" lIns="17780" tIns="0" rIns="17780" bIns="0" rtlCol="0" anchor="t">
            <a:noAutofit/>
          </a:bodyPr>
          <a:p>
            <a:pPr algn="l">
              <a:lnSpc>
                <a:spcPct val="120000"/>
              </a:lnSpc>
            </a:pPr>
            <a:r>
              <a:rPr lang="en-US" altLang="zh-CN" sz="1200" b="1">
                <a:solidFill>
                  <a:schemeClr val="dk1"/>
                </a:solidFill>
                <a:latin typeface="Arial" panose="020B0604020202020204" pitchFamily="34" charset="0"/>
                <a:ea typeface="汉仪中简黑简" panose="00020600040101010101" charset="-122"/>
                <a:cs typeface="微软雅黑" panose="020B0503020204020204" pitchFamily="34" charset="-122"/>
              </a:rPr>
              <a:t>Employment Disruption and Industry Exploitation</a:t>
            </a:r>
            <a:endParaRPr lang="en-US" altLang="zh-CN" sz="1200"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rPr>
              <a:t>AI-driven 3D automation is quickly replacing entry-level design and animation jobs. Newcomers who once gained experience via basic modeling, UV work, and rigging now face AI that produces professional-grade assets directly. This substitution triggers unemployment, severs career progression, disrupts industry ecology, and exploits lower-tier workers.</a:t>
            </a:r>
            <a:endPar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18" name="任意多边形 17"/>
          <p:cNvSpPr/>
          <p:nvPr>
            <p:custDataLst>
              <p:tags r:id="rId7"/>
            </p:custDataLst>
          </p:nvPr>
        </p:nvSpPr>
        <p:spPr>
          <a:xfrm>
            <a:off x="609600" y="4170680"/>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19" name="文本框 18"/>
          <p:cNvSpPr txBox="1"/>
          <p:nvPr>
            <p:custDataLst>
              <p:tags r:id="rId8"/>
            </p:custDataLst>
          </p:nvPr>
        </p:nvSpPr>
        <p:spPr>
          <a:xfrm>
            <a:off x="914400" y="4380230"/>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03</a:t>
            </a:r>
            <a:endParaRPr lang="en-US" altLang="en-US" sz="3595">
              <a:solidFill>
                <a:schemeClr val="accent1"/>
              </a:solidFill>
              <a:latin typeface="Arial" panose="020B0604020202020204" pitchFamily="34" charset="0"/>
              <a:ea typeface="汉仪中简黑简" panose="00020600040101010101" charset="-122"/>
            </a:endParaRPr>
          </a:p>
        </p:txBody>
      </p:sp>
      <p:sp>
        <p:nvSpPr>
          <p:cNvPr id="20" name="文本框 19"/>
          <p:cNvSpPr txBox="1"/>
          <p:nvPr>
            <p:custDataLst>
              <p:tags r:id="rId9"/>
            </p:custDataLst>
          </p:nvPr>
        </p:nvSpPr>
        <p:spPr>
          <a:xfrm>
            <a:off x="1683385" y="4235450"/>
            <a:ext cx="9594215" cy="1148715"/>
          </a:xfrm>
          <a:prstGeom prst="rect">
            <a:avLst/>
          </a:prstGeom>
          <a:noFill/>
        </p:spPr>
        <p:txBody>
          <a:bodyPr wrap="square" lIns="17780" tIns="0" rIns="17780" bIns="0" rtlCol="0" anchor="t">
            <a:noAutofit/>
          </a:bodyPr>
          <a:p>
            <a:pPr algn="l">
              <a:lnSpc>
                <a:spcPct val="120000"/>
              </a:lnSpc>
            </a:pPr>
            <a:r>
              <a:rPr lang="en-US" altLang="zh-CN" sz="1200" b="1">
                <a:solidFill>
                  <a:schemeClr val="dk1"/>
                </a:solidFill>
                <a:latin typeface="Arial" panose="020B0604020202020204" pitchFamily="34" charset="0"/>
                <a:ea typeface="汉仪中简黑简" panose="00020600040101010101" charset="-122"/>
                <a:cs typeface="微软雅黑" panose="020B0503020204020204" pitchFamily="34" charset="-122"/>
              </a:rPr>
              <a:t>Algorithmic Bias and Stereotyping</a:t>
            </a:r>
            <a:endParaRPr lang="en-US" altLang="zh-CN" sz="1200"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rPr>
              <a:t>AI generative outputs rely heavily on training data. Open-source 3D libraries often carry cultural, aesthetic and physical biases, leading AI to produce racially and gender-biased 3D models and animations. For instance, generated products may follow a Western-dominant paradigm, female characters may be objectified, and behaviors may reflect cultural stereotypes. Such aesthetic homogenization and bias, amplified by algorithmic opacity, seriously threaten multicultural expression.</a:t>
            </a:r>
            <a:endParaRPr lang="en-US" altLang="zh-CN" sz="1200">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
        <p:nvSpPr>
          <p:cNvPr id="2" name="任意多边形 1"/>
          <p:cNvSpPr/>
          <p:nvPr>
            <p:custDataLst>
              <p:tags r:id="rId10"/>
            </p:custDataLst>
          </p:nvPr>
        </p:nvSpPr>
        <p:spPr>
          <a:xfrm>
            <a:off x="609600" y="5464175"/>
            <a:ext cx="10972800" cy="1188000"/>
          </a:xfrm>
          <a:custGeom>
            <a:avLst/>
            <a:gdLst>
              <a:gd name="sw" fmla="*/ 1 w 17280"/>
              <a:gd name="sh" fmla="*/ 1 h 1620"/>
              <a:gd name="mins" fmla="min sw sh"/>
              <a:gd name="dsw" fmla="+- 0 sw mins"/>
              <a:gd name="dsh" fmla="+- 0 sh mins"/>
              <a:gd name="p0x0" fmla="*/ 240 w 17280"/>
              <a:gd name="p0y0" fmla="*/ 0 h 1620"/>
              <a:gd name="p0x1" fmla="*/ 17040 w 17280"/>
              <a:gd name="p0y1" fmla="*/ 0 h 1620"/>
              <a:gd name="p0x2" fmla="*/ 17172 w 17280"/>
              <a:gd name="p0y2" fmla="*/ 0 h 1620"/>
              <a:gd name="p0x3" fmla="*/ 17280 w 17280"/>
              <a:gd name="p0y3" fmla="*/ 107 h 1620"/>
              <a:gd name="p0x4" fmla="*/ 17280 w 17280"/>
              <a:gd name="p0y4" fmla="*/ 240 h 1620"/>
              <a:gd name="p0x5" fmla="*/ 17280 w 17280"/>
              <a:gd name="p0y5" fmla="*/ 1380 h 1620"/>
              <a:gd name="p0x6" fmla="*/ 17280 w 17280"/>
              <a:gd name="p0y6" fmla="*/ 1512 h 1620"/>
              <a:gd name="p0x7" fmla="*/ 17172 w 17280"/>
              <a:gd name="p0y7" fmla="*/ 1620 h 1620"/>
              <a:gd name="p0x8" fmla="*/ 17040 w 17280"/>
              <a:gd name="p0y8" fmla="*/ 1620 h 1620"/>
              <a:gd name="p0x9" fmla="*/ 240 w 17280"/>
              <a:gd name="p0y9" fmla="*/ 1620 h 1620"/>
              <a:gd name="p0x10" fmla="*/ 107 w 17280"/>
              <a:gd name="p0y10" fmla="*/ 1620 h 1620"/>
              <a:gd name="p0x11" fmla="*/ 0 w 17280"/>
              <a:gd name="p0y11" fmla="*/ 1512 h 1620"/>
              <a:gd name="p0x12" fmla="*/ 0 w 17280"/>
              <a:gd name="p0y12" fmla="*/ 1380 h 1620"/>
              <a:gd name="p0x13" fmla="*/ 0 w 17280"/>
              <a:gd name="p0y13" fmla="*/ 240 h 1620"/>
              <a:gd name="p0x14" fmla="*/ 0 w 17280"/>
              <a:gd name="p0y14" fmla="*/ 107 h 1620"/>
              <a:gd name="p0x15" fmla="*/ 107 w 17280"/>
              <a:gd name="p0y15" fmla="*/ 0 h 1620"/>
              <a:gd name="p0x16" fmla="*/ 240 w 17280"/>
              <a:gd name="p0y16" fmla="*/ 0 h 16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10000"/>
              <a:lumOff val="90000"/>
            </a:schemeClr>
          </a:solidFill>
          <a:ln w="19050">
            <a:solidFill>
              <a:schemeClr val="accent1">
                <a:lumMod val="20000"/>
                <a:lumOff val="80000"/>
              </a:schemeClr>
            </a:solidFill>
          </a:ln>
          <a:effectLst>
            <a:outerShdw blurRad="171450" dist="952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Arial" panose="020B0604020202020204" pitchFamily="34" charset="0"/>
              <a:ea typeface="汉仪中简黑简" panose="00020600040101010101" charset="-122"/>
            </a:endParaRPr>
          </a:p>
        </p:txBody>
      </p:sp>
      <p:sp>
        <p:nvSpPr>
          <p:cNvPr id="4" name="文本框 3"/>
          <p:cNvSpPr txBox="1"/>
          <p:nvPr>
            <p:custDataLst>
              <p:tags r:id="rId11"/>
            </p:custDataLst>
          </p:nvPr>
        </p:nvSpPr>
        <p:spPr>
          <a:xfrm>
            <a:off x="914400" y="5673725"/>
            <a:ext cx="609600" cy="609600"/>
          </a:xfrm>
          <a:prstGeom prst="rect">
            <a:avLst/>
          </a:prstGeom>
          <a:noFill/>
        </p:spPr>
        <p:txBody>
          <a:bodyPr wrap="square" lIns="17780" tIns="0" rIns="17780" bIns="0" rtlCol="0" anchor="ctr">
            <a:noAutofit/>
          </a:bodyPr>
          <a:p>
            <a:pPr algn="ctr">
              <a:lnSpc>
                <a:spcPct val="100000"/>
              </a:lnSpc>
            </a:pPr>
            <a:r>
              <a:rPr lang="en-US" altLang="en-US" sz="3595">
                <a:solidFill>
                  <a:schemeClr val="accent1"/>
                </a:solidFill>
                <a:latin typeface="Arial" panose="020B0604020202020204" pitchFamily="34" charset="0"/>
                <a:ea typeface="汉仪中简黑简" panose="00020600040101010101" charset="-122"/>
              </a:rPr>
              <a:t>04</a:t>
            </a:r>
            <a:endParaRPr lang="en-US" altLang="en-US" sz="3595">
              <a:solidFill>
                <a:schemeClr val="accent1"/>
              </a:solidFill>
              <a:latin typeface="Arial" panose="020B0604020202020204" pitchFamily="34" charset="0"/>
              <a:ea typeface="汉仪中简黑简" panose="00020600040101010101" charset="-122"/>
            </a:endParaRPr>
          </a:p>
        </p:txBody>
      </p:sp>
      <p:sp>
        <p:nvSpPr>
          <p:cNvPr id="5" name="文本框 4"/>
          <p:cNvSpPr txBox="1"/>
          <p:nvPr>
            <p:custDataLst>
              <p:tags r:id="rId12"/>
            </p:custDataLst>
          </p:nvPr>
        </p:nvSpPr>
        <p:spPr>
          <a:xfrm>
            <a:off x="1684020" y="5520055"/>
            <a:ext cx="9594215" cy="304800"/>
          </a:xfrm>
          <a:prstGeom prst="rect">
            <a:avLst/>
          </a:prstGeom>
          <a:noFill/>
        </p:spPr>
        <p:txBody>
          <a:bodyPr wrap="square" lIns="17780" tIns="0" rIns="17780" bIns="0" rtlCol="0" anchor="t">
            <a:noAutofit/>
          </a:bodyPr>
          <a:p>
            <a:pPr algn="l">
              <a:lnSpc>
                <a:spcPct val="120000"/>
              </a:lnSpc>
            </a:pPr>
            <a:r>
              <a:rPr lang="en-US" altLang="zh-CN" sz="1400" b="1">
                <a:solidFill>
                  <a:schemeClr val="dk1"/>
                </a:solidFill>
                <a:latin typeface="Arial" panose="020B0604020202020204" pitchFamily="34" charset="0"/>
                <a:ea typeface="汉仪中简黑简" panose="00020600040101010101" charset="-122"/>
                <a:cs typeface="微软雅黑" panose="020B0503020204020204" pitchFamily="34" charset="-122"/>
              </a:rPr>
              <a:t>Deepfake Content and the Crisis of Trust</a:t>
            </a:r>
            <a:endParaRPr lang="en-US" altLang="zh-CN" sz="1400" b="1">
              <a:solidFill>
                <a:schemeClr val="dk1"/>
              </a:solidFill>
              <a:latin typeface="Arial" panose="020B0604020202020204" pitchFamily="34" charset="0"/>
              <a:ea typeface="汉仪中简黑简" panose="00020600040101010101" charset="-122"/>
              <a:cs typeface="微软雅黑" panose="020B0503020204020204" pitchFamily="34" charset="-122"/>
            </a:endParaRPr>
          </a:p>
          <a:p>
            <a:pPr algn="l">
              <a:lnSpc>
                <a:spcPct val="120000"/>
              </a:lnSpc>
            </a:pPr>
            <a:r>
              <a:rPr lang="en-US" altLang="zh-CN" sz="1400">
                <a:solidFill>
                  <a:schemeClr val="dk1"/>
                </a:solidFill>
                <a:latin typeface="Arial" panose="020B0604020202020204" pitchFamily="34" charset="0"/>
                <a:ea typeface="汉仪中简黑简" panose="00020600040101010101" charset="-122"/>
                <a:cs typeface="微软雅黑" panose="020B0503020204020204" pitchFamily="34" charset="-122"/>
              </a:rPr>
              <a:t>AI can generate photorealistic 3D and VR content. Unethical misuse of this technology may create fabricated visuals to stir social turmoil, while physically inaccurate simulated VR feedback damages user cognition, erodes public trust and brings legal risks.</a:t>
            </a:r>
            <a:endParaRPr lang="en-US" altLang="zh-CN" sz="1400">
              <a:solidFill>
                <a:schemeClr val="dk1"/>
              </a:solidFill>
              <a:latin typeface="Arial" panose="020B0604020202020204" pitchFamily="34" charset="0"/>
              <a:ea typeface="汉仪中简黑简" panose="00020600040101010101" charset="-122"/>
              <a:cs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雨工作室版权所有_1"/>
          <p:cNvSpPr txBox="1"/>
          <p:nvPr/>
        </p:nvSpPr>
        <p:spPr>
          <a:xfrm>
            <a:off x="3698520" y="2724870"/>
            <a:ext cx="4794961" cy="10147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6000" b="1" dirty="0">
                <a:solidFill>
                  <a:schemeClr val="accent1"/>
                </a:solidFill>
                <a:latin typeface="Arial" panose="020B0604020202020204" pitchFamily="34" charset="0"/>
                <a:ea typeface="汉仪刚艺体-95简" panose="00020600040101010101" charset="-122"/>
              </a:rPr>
              <a:t>感谢各位观看</a:t>
            </a:r>
            <a:endParaRPr lang="zh-CN" altLang="en-US" sz="6000" b="1" dirty="0">
              <a:solidFill>
                <a:schemeClr val="accent1"/>
              </a:solidFill>
              <a:latin typeface="Arial" panose="020B0604020202020204" pitchFamily="34" charset="0"/>
              <a:ea typeface="汉仪刚艺体-95简" panose="00020600040101010101" charset="-122"/>
            </a:endParaRPr>
          </a:p>
        </p:txBody>
      </p:sp>
      <p:sp>
        <p:nvSpPr>
          <p:cNvPr id="8" name="幻雨工作室版权所有_2"/>
          <p:cNvSpPr/>
          <p:nvPr/>
        </p:nvSpPr>
        <p:spPr>
          <a:xfrm>
            <a:off x="4804094" y="3739392"/>
            <a:ext cx="2583815" cy="706755"/>
          </a:xfrm>
          <a:prstGeom prst="rect">
            <a:avLst/>
          </a:prstGeom>
        </p:spPr>
        <p:txBody>
          <a:bodyPr wrap="none">
            <a:spAutoFit/>
          </a:bodyPr>
          <a:lstStyle/>
          <a:p>
            <a:pPr algn="ctr"/>
            <a:r>
              <a:rPr lang="zh-CN" altLang="en-US" sz="4000" dirty="0">
                <a:solidFill>
                  <a:schemeClr val="accent1"/>
                </a:solidFill>
                <a:latin typeface="Arial" panose="020B0604020202020204" pitchFamily="34" charset="0"/>
                <a:ea typeface="汉仪中简黑简" panose="00020600040101010101" charset="-122"/>
              </a:rPr>
              <a:t>Thank You</a:t>
            </a:r>
            <a:endParaRPr lang="zh-CN" altLang="en-US" sz="4000" dirty="0">
              <a:solidFill>
                <a:schemeClr val="accent1"/>
              </a:solidFill>
              <a:latin typeface="Arial" panose="020B0604020202020204" pitchFamily="34" charset="0"/>
              <a:ea typeface="汉仪中简黑简" panose="00020600040101010101" charset="-122"/>
            </a:endParaRPr>
          </a:p>
        </p:txBody>
      </p:sp>
    </p:spTree>
  </p:cSld>
  <p:clrMapOvr>
    <a:masterClrMapping/>
  </p:clrMapOvr>
</p:sld>
</file>

<file path=ppt/tags/tag1.xml><?xml version="1.0" encoding="utf-8"?>
<p:tagLst xmlns:p="http://schemas.openxmlformats.org/presentationml/2006/main">
  <p:tag name="KSO_WM_BEAUTIFY_FLAG" val="#fgm#"/>
  <p:tag name="KSO_WM_FIGMA_FLAG" val="#fgm#"/>
  <p:tag name="KSO_WM_UNIT_INDEX" val="1"/>
  <p:tag name="KSO_WM_UNIT_TYPE" val="a"/>
  <p:tag name="KSO_WM_LAYOUT_CHECK_HASH" val="ade303542f6622486202509b1e53bc1a5f418546"/>
  <p:tag name="KSO_WM_NEWLAYOUT_ID" val="slide_a736eb13ee1e7479"/>
</p:tagLst>
</file>

<file path=ppt/tags/tag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1.xml><?xml version="1.0" encoding="utf-8"?>
<p:tagLst xmlns:p="http://schemas.openxmlformats.org/presentationml/2006/main">
  <p:tag name="KSO_WM_BEAUTIFY_FLAG" val="#fgm#"/>
  <p:tag name="KSO_WM_FIGMA_FLAG" val="#fgm#"/>
  <p:tag name="KSO_WM_UNIT_INDEX" val="1"/>
  <p:tag name="KSO_WM_UNIT_TYPE" val="a"/>
  <p:tag name="KSO_WM_LAYOUT_CHECK_HASH" val="a171b13e585248f808c981508bb2a3717542df3d"/>
  <p:tag name="KSO_WM_NEWLAYOUT_ID" val="slide_d698ba37fdb9def5"/>
</p:tagLst>
</file>

<file path=ppt/tags/tag12.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5.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8.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1.xml><?xml version="1.0" encoding="utf-8"?>
<p:tagLst xmlns:p="http://schemas.openxmlformats.org/presentationml/2006/main">
  <p:tag name="KSO_WM_BEAUTIFY_FLAG" val="#fgm#"/>
  <p:tag name="KSO_WM_FIGMA_FLAG" val="#fgm#"/>
  <p:tag name="KSO_WM_UNIT_INDEX" val="1"/>
  <p:tag name="KSO_WM_UNIT_TYPE" val="a"/>
  <p:tag name="KSO_WM_LAYOUT_CHECK_HASH" val="f3729c5df993cbfd84b2871ad89b345b9612db0c"/>
  <p:tag name="KSO_WM_NEWLAYOUT_ID" val="slide_a81418525f254632"/>
</p:tagLst>
</file>

<file path=ppt/tags/tag2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3.xml><?xml version="1.0" encoding="utf-8"?>
<p:tagLst xmlns:p="http://schemas.openxmlformats.org/presentationml/2006/main">
  <p:tag name="KSO_WM_BEAUTIFY_FLAG" val="#fgm#"/>
  <p:tag name="KSO_WM_DIAGRAM_GROUP_CODE" val="1"/>
  <p:tag name="KSO_WM_FIGMA_FLAG" val="#fgm#"/>
  <p:tag name="KSO_WM_SYNC_SLIDE_TEXT" val="1"/>
  <p:tag name="KSO_WM_UNIT_INDEX" val="1_1_3"/>
  <p:tag name="KSO_WM_UNIT_SUBTYPE" val="d"/>
  <p:tag name="KSO_WM_UNIT_TYPE" val="l_h_i"/>
</p:tagLst>
</file>

<file path=ppt/tags/tag2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6.xml><?xml version="1.0" encoding="utf-8"?>
<p:tagLst xmlns:p="http://schemas.openxmlformats.org/presentationml/2006/main">
  <p:tag name="KSO_WM_BEAUTIFY_FLAG" val="#fgm#"/>
  <p:tag name="KSO_WM_DIAGRAM_GROUP_CODE" val="1"/>
  <p:tag name="KSO_WM_FIGMA_FLAG" val="#fgm#"/>
  <p:tag name="KSO_WM_SYNC_SLIDE_TEXT" val="1"/>
  <p:tag name="KSO_WM_UNIT_INDEX" val="1_2_3"/>
  <p:tag name="KSO_WM_UNIT_SUBTYPE" val="d"/>
  <p:tag name="KSO_WM_UNIT_TYPE" val="l_h_i"/>
</p:tagLst>
</file>

<file path=ppt/tags/tag2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9.xml><?xml version="1.0" encoding="utf-8"?>
<p:tagLst xmlns:p="http://schemas.openxmlformats.org/presentationml/2006/main">
  <p:tag name="KSO_WM_BEAUTIFY_FLAG" val="#fgm#"/>
  <p:tag name="KSO_WM_DIAGRAM_GROUP_CODE" val="1"/>
  <p:tag name="KSO_WM_FIGMA_FLAG" val="#fgm#"/>
  <p:tag name="KSO_WM_SYNC_SLIDE_TEXT" val="1"/>
  <p:tag name="KSO_WM_UNIT_INDEX" val="1_3_3"/>
  <p:tag name="KSO_WM_UNIT_SUBTYPE" val="d"/>
  <p:tag name="KSO_WM_UNIT_TYPE" val="l_h_i"/>
</p:tagLst>
</file>

<file path=ppt/tags/tag3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1.xml><?xml version="1.0" encoding="utf-8"?>
<p:tagLst xmlns:p="http://schemas.openxmlformats.org/presentationml/2006/main">
  <p:tag name="KSO_WM_CARDGROUP_FEATURE" val="2*1*5*1*1"/>
  <p:tag name="KSO_WM_CARDGROUP_ID" val="f803fdf4d2aa47fcb34d030b427ca8f0"/>
  <p:tag name="KSO_WM_CARDGROUP_REVERSE_POSITION" val="0"/>
  <p:tag name="KSO_WM_CARDGROUP_STYLE_INFO" val="C1_sc_mix*standard*1"/>
  <p:tag name="KSO_WM_FIGMA_FLAG" val="#fgm#"/>
  <p:tag name="KSO_WM_FOLLOW_SHAPE_UNIT_TAG" val="1_1_1*l_h_y*"/>
  <p:tag name="KSO_WM_SLIDE_FIGMA_DIAGRAM" val="1"/>
  <p:tag name="KSO_WM_UNIT_INDEX" val="1_1_1"/>
  <p:tag name="KSO_WM_UNIT_TYPE" val="l_h_i"/>
  <p:tag name="KSO_WM_CARDGROUP_LAYOUT_DATA" val="{&quot;cardRct&quot;:[960,2400,5546.666666666666,7440],&quot;lytRct&quot;:[960,2400,17280,7440],&quot;rct&quot;:[960,2400,17280,7440],&quot;spRct&quot;:[0,0,5545,7439]}"/>
  <p:tag name="KSO_WM_DIAGRAM_VIRTUALLY_FRAME" val="{&quot;height&quot;:366.9,&quot;left&quot;:48,&quot;top&quot;:125.1,&quot;width&quot;:554.4}"/>
</p:tagLst>
</file>

<file path=ppt/tags/tag32.xml><?xml version="1.0" encoding="utf-8"?>
<p:tagLst xmlns:p="http://schemas.openxmlformats.org/presentationml/2006/main">
  <p:tag name="KSO_WM_CARDGROUP_FEATURE" val="2*1*5*1*1"/>
  <p:tag name="KSO_WM_CARDGROUP_ID" val="f803fdf4d2aa47fcb34d030b427ca8f0"/>
  <p:tag name="KSO_WM_CARDGROUP_REVERSE_POSITION" val="0"/>
  <p:tag name="KSO_WM_CARDGROUP_STYLE_INFO" val="C1_sc_mix*standard*1"/>
  <p:tag name="KSO_WM_FIGMA_FLAG" val="#fgm#"/>
  <p:tag name="KSO_WM_SLIDE_FIGMA_DIAGRAM" val="1"/>
  <p:tag name="KSO_WM_UNIT_INDEX" val="1_1_1"/>
  <p:tag name="KSO_WM_UNIT_PRESET_TEXT" val="请在此输入您的标题"/>
  <p:tag name="KSO_WM_UNIT_TYPE" val="l_h_a"/>
  <p:tag name="KSO_WM_CARDGROUP_LAYOUT_DATA" val="{&quot;cardRct&quot;:[960,2400,5546.666666666666,7440],&quot;lytRct&quot;:[960,2400,17280,7440],&quot;rct&quot;:[960,2400,17280,7440],&quot;spRct&quot;:[480,3080,5066,3719]}"/>
  <p:tag name="KSO_WM_DIAGRAM_VIRTUALLY_FRAME" val="{&quot;height&quot;:366.9,&quot;left&quot;:48,&quot;top&quot;:125.1,&quot;width&quot;:554.4}"/>
</p:tagLst>
</file>

<file path=ppt/tags/tag33.xml><?xml version="1.0" encoding="utf-8"?>
<p:tagLst xmlns:p="http://schemas.openxmlformats.org/presentationml/2006/main">
  <p:tag name="KSO_WM_CARDGROUP_FEATURE" val="2*1*5*1*1"/>
  <p:tag name="KSO_WM_CARDGROUP_ID" val="f803fdf4d2aa47fcb34d030b427ca8f0"/>
  <p:tag name="KSO_WM_CARDGROUP_REVERSE_POSITION" val="0"/>
  <p:tag name="KSO_WM_CARDGROUP_STYLE_INFO" val="C1_sc_mix*standard*1"/>
  <p:tag name="KSO_WM_FIGMA_FLAG" val="#fgm#"/>
  <p:tag name="KSO_WM_FOLLOW_SHAPE_UNIT_TAG" val="1_2_1*l_h_y*"/>
  <p:tag name="KSO_WM_SLIDE_FIGMA_DIAGRAM" val="1"/>
  <p:tag name="KSO_WM_UNIT_INDEX" val="1_2_1"/>
  <p:tag name="KSO_WM_UNIT_TYPE" val="l_h_i"/>
  <p:tag name="KSO_WM_CARDGROUP_LAYOUT_DATA" val="{&quot;cardRct&quot;:[6826.666666666666,2400,5546.666666666666,7440],&quot;lytRct&quot;:[960,2400,17280,7440],&quot;rct&quot;:[960,2400,17280,7440],&quot;spRct&quot;:[5866,0,11412,7439]}"/>
  <p:tag name="KSO_WM_DIAGRAM_VIRTUALLY_FRAME" val="{&quot;height&quot;:366.9,&quot;left&quot;:48,&quot;top&quot;:125.1,&quot;width&quot;:554.4}"/>
</p:tagLst>
</file>

<file path=ppt/tags/tag34.xml><?xml version="1.0" encoding="utf-8"?>
<p:tagLst xmlns:p="http://schemas.openxmlformats.org/presentationml/2006/main">
  <p:tag name="KSO_WM_CARDGROUP_FEATURE" val="2*1*5*1*1"/>
  <p:tag name="KSO_WM_CARDGROUP_ID" val="f803fdf4d2aa47fcb34d030b427ca8f0"/>
  <p:tag name="KSO_WM_CARDGROUP_REVERSE_POSITION" val="0"/>
  <p:tag name="KSO_WM_CARDGROUP_STYLE_INFO" val="C1_sc_mix*standard*1"/>
  <p:tag name="KSO_WM_FIGMA_FLAG" val="#fgm#"/>
  <p:tag name="KSO_WM_SLIDE_FIGMA_DIAGRAM" val="1"/>
  <p:tag name="KSO_WM_UNIT_INDEX" val="1_2_1"/>
  <p:tag name="KSO_WM_UNIT_PRESET_TEXT" val="请在此输入您的标题"/>
  <p:tag name="KSO_WM_UNIT_TYPE" val="l_h_a"/>
  <p:tag name="KSO_WM_CARDGROUP_LAYOUT_DATA" val="{&quot;cardRct&quot;:[6826.666666666666,2400,5546.666666666666,7440],&quot;lytRct&quot;:[960,2400,17280,7440],&quot;rct&quot;:[960,2400,17280,7440],&quot;spRct&quot;:[6346,3080,10933,3719]}"/>
  <p:tag name="KSO_WM_DIAGRAM_VIRTUALLY_FRAME" val="{&quot;height&quot;:366.9,&quot;left&quot;:48,&quot;top&quot;:125.1,&quot;width&quot;:554.4}"/>
</p:tagLst>
</file>

<file path=ppt/tags/tag35.xml><?xml version="1.0" encoding="utf-8"?>
<p:tagLst xmlns:p="http://schemas.openxmlformats.org/presentationml/2006/main">
  <p:tag name="KSO_WM_CARDGROUP_FEATURE" val="2*1*5*1*1"/>
  <p:tag name="KSO_WM_CARDGROUP_ID" val="f803fdf4d2aa47fcb34d030b427ca8f0"/>
  <p:tag name="KSO_WM_CARDGROUP_REVERSE_POSITION" val="0"/>
  <p:tag name="KSO_WM_CARDGROUP_STYLE_INFO" val="C1_sc_mix*standard*1"/>
  <p:tag name="KSO_WM_FIGMA_FLAG" val="#fgm#"/>
  <p:tag name="KSO_WM_FOLLOW_SHAPE_UNIT_TAG" val="1_3_1*l_h_y*"/>
  <p:tag name="KSO_WM_SLIDE_FIGMA_DIAGRAM" val="1"/>
  <p:tag name="KSO_WM_UNIT_INDEX" val="1_3_1"/>
  <p:tag name="KSO_WM_UNIT_TYPE" val="l_h_i"/>
  <p:tag name="KSO_WM_CARDGROUP_LAYOUT_DATA" val="{&quot;cardRct&quot;:[12693.333333333332,2400,5546.666666666666,7440],&quot;lytRct&quot;:[960,2400,17280,7440],&quot;rct&quot;:[960,2400,17280,7440],&quot;spRct&quot;:[11733,0,17279,7439]}"/>
</p:tagLst>
</file>

<file path=ppt/tags/tag36.xml><?xml version="1.0" encoding="utf-8"?>
<p:tagLst xmlns:p="http://schemas.openxmlformats.org/presentationml/2006/main">
  <p:tag name="KSO_WM_CARDGROUP_FEATURE" val="2*1*5*1*1"/>
  <p:tag name="KSO_WM_CARDGROUP_ID" val="f803fdf4d2aa47fcb34d030b427ca8f0"/>
  <p:tag name="KSO_WM_CARDGROUP_REVERSE_POSITION" val="0"/>
  <p:tag name="KSO_WM_CARDGROUP_STYLE_INFO" val="C1_sc_mix*standard*1"/>
  <p:tag name="KSO_WM_FIGMA_FLAG" val="#fgm#"/>
  <p:tag name="KSO_WM_SLIDE_FIGMA_DIAGRAM" val="1"/>
  <p:tag name="KSO_WM_UNIT_INDEX" val="1_3_1"/>
  <p:tag name="KSO_WM_UNIT_PRESET_TEXT" val="请在此输入您的标题"/>
  <p:tag name="KSO_WM_UNIT_TYPE" val="l_h_a"/>
  <p:tag name="KSO_WM_CARDGROUP_LAYOUT_DATA" val="{&quot;cardRct&quot;:[12693.333333333332,2400,5546.666666666666,7440],&quot;lytRct&quot;:[960,2400,17280,7440],&quot;rct&quot;:[960,2400,17280,7440],&quot;spRct&quot;:[12213,3080,16799,3719]}"/>
</p:tagLst>
</file>

<file path=ppt/tags/tag37.xml><?xml version="1.0" encoding="utf-8"?>
<p:tagLst xmlns:p="http://schemas.openxmlformats.org/presentationml/2006/main">
  <p:tag name="KSO_WM_CARDGROUP_FEATURE" val="2*2*16*1*1"/>
  <p:tag name="KSO_WM_CARDGROUP_ID" val="b758127c2ff64c75b1367c08a8e96ed1"/>
  <p:tag name="KSO_WM_CARDGROUP_REVERSE_POSITION" val="0"/>
  <p:tag name="KSO_WM_CARDGROUP_STYLE_INFO" val="C1_sc_p2*plain*1"/>
  <p:tag name="KSO_WM_FIGMA_FLAG" val="#fgm#"/>
  <p:tag name="KSO_WM_SLIDE_FIGMA_DIAGRAM" val="1"/>
  <p:tag name="KSO_WM_UNIT_INDEX" val="1_2_1"/>
  <p:tag name="KSO_WM_UNIT_PRESET_TEXT" val="请在此输入您的标题"/>
  <p:tag name="KSO_WM_UNIT_TYPE" val="l_h_a"/>
  <p:tag name="KSO_WM_CARDGROUP_LAYOUT_DATA" val="{&quot;cardRct&quot;:[6880,2400,5440,7440],&quot;lytRct&quot;:[960,2400,17280,7440],&quot;rct&quot;:[960,2400,17280,7440],&quot;spRct&quot;:[5920,6080,11359,6719]}"/>
  <p:tag name="KSO_WM_DIAGRAM_VIRTUALLY_FRAME" val="{&quot;height&quot;:372,&quot;left&quot;:48,&quot;top&quot;:120,&quot;width&quot;:864}"/>
</p:tagLst>
</file>

<file path=ppt/tags/tag38.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1_1*l_h_y*"/>
  <p:tag name="KSO_WM_SLIDE_FIGMA_DIAGRAM" val="1"/>
  <p:tag name="KSO_WM_UNIT_INDEX" val="1_1_2"/>
  <p:tag name="KSO_WM_UNIT_TYPE" val="l_h_i"/>
  <p:tag name="KSO_WM_CARDGROUP_LAYOUT_DATA" val="{&quot;cardRct&quot;:[960,2400,17280,1620],&quot;lytRct&quot;:[960,2400,17280,7440],&quot;rct&quot;:[960,2400,17280,7440],&quot;spRct&quot;:[0,0,17279,1619]}"/>
  <p:tag name="KSO_WM_DIAGRAM_VIRTUALLY_FRAME" val="{&quot;height&quot;:403.79330708661416,&quot;left&quot;:48,&quot;top&quot;:120,&quot;width&quot;:864}"/>
</p:tagLst>
</file>

<file path=ppt/tags/tag39.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1"/>
  <p:tag name="KSO_WM_UNIT_INDEX" val="1_1_1"/>
  <p:tag name="KSO_WM_UNIT_SUBTYPE" val="d"/>
  <p:tag name="KSO_WM_UNIT_TYPE" val="l_h_i"/>
  <p:tag name="KSO_WM_CARDGROUP_LAYOUT_DATA" val="{&quot;cardRct&quot;:[960,2400,17280,1620],&quot;lytRct&quot;:[960,2400,17280,7440],&quot;rct&quot;:[960,2400,17280,7440],&quot;spRct&quot;:[480,330,1439,1289]}"/>
  <p:tag name="KSO_WM_DIAGRAM_VIRTUALLY_FRAME" val="{&quot;height&quot;:403.79330708661416,&quot;left&quot;:48,&quot;top&quot;:120,&quot;width&quot;:864}"/>
</p:tagLst>
</file>

<file path=ppt/tags/tag40.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1_1"/>
  <p:tag name="KSO_WM_UNIT_PRESET_TEXT" val="请在此输入您的文本。"/>
  <p:tag name="KSO_WM_UNIT_TYPE" val="l_h_f"/>
  <p:tag name="KSO_WM_CARDGROUP_LAYOUT_DATA" val="{&quot;cardRct&quot;:[960,2400,17280,1620],&quot;lytRct&quot;:[960,2400,17280,7440],&quot;rct&quot;:[960,2400,17280,7440],&quot;spRct&quot;:[1840,570,16799,1049]}"/>
  <p:tag name="KSO_WM_DIAGRAM_VIRTUALLY_FRAME" val="{&quot;height&quot;:403.79330708661416,&quot;left&quot;:48,&quot;top&quot;:120,&quot;width&quot;:864}"/>
</p:tagLst>
</file>

<file path=ppt/tags/tag41.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2_1*l_h_y*"/>
  <p:tag name="KSO_WM_SLIDE_FIGMA_DIAGRAM" val="1"/>
  <p:tag name="KSO_WM_UNIT_INDEX" val="1_2_2"/>
  <p:tag name="KSO_WM_UNIT_TYPE" val="l_h_i"/>
  <p:tag name="KSO_WM_CARDGROUP_LAYOUT_DATA" val="{&quot;cardRct&quot;:[960,4340,17280,1620],&quot;lytRct&quot;:[960,2400,17280,7440],&quot;rct&quot;:[960,2400,17280,7440],&quot;spRct&quot;:[0,1940,17279,3559]}"/>
  <p:tag name="KSO_WM_DIAGRAM_VIRTUALLY_FRAME" val="{&quot;height&quot;:403.79330708661416,&quot;left&quot;:48,&quot;top&quot;:120,&quot;width&quot;:864}"/>
</p:tagLst>
</file>

<file path=ppt/tags/tag42.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2"/>
  <p:tag name="KSO_WM_UNIT_INDEX" val="1_2_1"/>
  <p:tag name="KSO_WM_UNIT_SUBTYPE" val="d"/>
  <p:tag name="KSO_WM_UNIT_TYPE" val="l_h_i"/>
  <p:tag name="KSO_WM_CARDGROUP_LAYOUT_DATA" val="{&quot;cardRct&quot;:[960,4340,17280,1620],&quot;lytRct&quot;:[960,2400,17280,7440],&quot;rct&quot;:[960,2400,17280,7440],&quot;spRct&quot;:[480,2270,1439,3229]}"/>
  <p:tag name="KSO_WM_DIAGRAM_VIRTUALLY_FRAME" val="{&quot;height&quot;:403.79330708661416,&quot;left&quot;:48,&quot;top&quot;:120,&quot;width&quot;:864}"/>
</p:tagLst>
</file>

<file path=ppt/tags/tag43.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2_1"/>
  <p:tag name="KSO_WM_UNIT_PRESET_TEXT" val="请在此输入您的文本。"/>
  <p:tag name="KSO_WM_UNIT_TYPE" val="l_h_f"/>
  <p:tag name="KSO_WM_CARDGROUP_LAYOUT_DATA" val="{&quot;cardRct&quot;:[960,4340,17280,1620],&quot;lytRct&quot;:[960,2400,17280,7440],&quot;rct&quot;:[960,2400,17280,7440],&quot;spRct&quot;:[1840,2510,16799,2989]}"/>
  <p:tag name="KSO_WM_DIAGRAM_VIRTUALLY_FRAME" val="{&quot;height&quot;:403.79330708661416,&quot;left&quot;:48,&quot;top&quot;:120,&quot;width&quot;:864}"/>
</p:tagLst>
</file>

<file path=ppt/tags/tag44.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3_1*l_h_y*"/>
  <p:tag name="KSO_WM_SLIDE_FIGMA_DIAGRAM" val="1"/>
  <p:tag name="KSO_WM_UNIT_INDEX" val="1_3_2"/>
  <p:tag name="KSO_WM_UNIT_TYPE" val="l_h_i"/>
  <p:tag name="KSO_WM_CARDGROUP_LAYOUT_DATA" val="{&quot;cardRct&quot;:[960,6280,17280,1620],&quot;lytRct&quot;:[960,2400,17280,7440],&quot;rct&quot;:[960,2400,17280,7440],&quot;spRct&quot;:[0,3880,17279,5499]}"/>
  <p:tag name="KSO_WM_DIAGRAM_VIRTUALLY_FRAME" val="{&quot;height&quot;:403.79330708661416,&quot;left&quot;:48,&quot;top&quot;:120,&quot;width&quot;:864}"/>
</p:tagLst>
</file>

<file path=ppt/tags/tag45.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3"/>
  <p:tag name="KSO_WM_UNIT_INDEX" val="1_3_1"/>
  <p:tag name="KSO_WM_UNIT_SUBTYPE" val="d"/>
  <p:tag name="KSO_WM_UNIT_TYPE" val="l_h_i"/>
  <p:tag name="KSO_WM_CARDGROUP_LAYOUT_DATA" val="{&quot;cardRct&quot;:[960,6280,17280,1620],&quot;lytRct&quot;:[960,2400,17280,7440],&quot;rct&quot;:[960,2400,17280,7440],&quot;spRct&quot;:[480,4210,1439,5169]}"/>
  <p:tag name="KSO_WM_DIAGRAM_VIRTUALLY_FRAME" val="{&quot;height&quot;:403.79330708661416,&quot;left&quot;:48,&quot;top&quot;:120,&quot;width&quot;:864}"/>
</p:tagLst>
</file>

<file path=ppt/tags/tag46.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3_1"/>
  <p:tag name="KSO_WM_UNIT_PRESET_TEXT" val="请在此输入您的文本。"/>
  <p:tag name="KSO_WM_UNIT_TYPE" val="l_h_f"/>
  <p:tag name="KSO_WM_CARDGROUP_LAYOUT_DATA" val="{&quot;cardRct&quot;:[960,6280,17280,1620],&quot;lytRct&quot;:[960,2400,17280,7440],&quot;rct&quot;:[960,2400,17280,7440],&quot;spRct&quot;:[1840,4450,16799,4929]}"/>
  <p:tag name="KSO_WM_DIAGRAM_VIRTUALLY_FRAME" val="{&quot;height&quot;:403.79330708661416,&quot;left&quot;:48,&quot;top&quot;:120,&quot;width&quot;:864}"/>
</p:tagLst>
</file>

<file path=ppt/tags/tag47.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1_1*l_h_y*"/>
  <p:tag name="KSO_WM_SLIDE_FIGMA_DIAGRAM" val="1"/>
  <p:tag name="KSO_WM_UNIT_INDEX" val="1_1_2"/>
  <p:tag name="KSO_WM_UNIT_TYPE" val="l_h_i"/>
  <p:tag name="KSO_WM_CARDGROUP_LAYOUT_DATA" val="{&quot;cardRct&quot;:[960,2400,17280,1620],&quot;lytRct&quot;:[960,2400,17280,7440],&quot;rct&quot;:[960,2400,17280,7440],&quot;spRct&quot;:[0,0,17279,1619]}"/>
  <p:tag name="KSO_WM_DIAGRAM_VIRTUALLY_FRAME" val="{&quot;height&quot;:407.3933070866142,&quot;left&quot;:48,&quot;top&quot;:116.4,&quot;width&quot;:864}"/>
</p:tagLst>
</file>

<file path=ppt/tags/tag48.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1"/>
  <p:tag name="KSO_WM_UNIT_INDEX" val="1_1_1"/>
  <p:tag name="KSO_WM_UNIT_SUBTYPE" val="d"/>
  <p:tag name="KSO_WM_UNIT_TYPE" val="l_h_i"/>
  <p:tag name="KSO_WM_CARDGROUP_LAYOUT_DATA" val="{&quot;cardRct&quot;:[960,2400,17280,1620],&quot;lytRct&quot;:[960,2400,17280,7440],&quot;rct&quot;:[960,2400,17280,7440],&quot;spRct&quot;:[480,330,1439,1289]}"/>
  <p:tag name="KSO_WM_DIAGRAM_VIRTUALLY_FRAME" val="{&quot;height&quot;:407.3933070866142,&quot;left&quot;:48,&quot;top&quot;:116.4,&quot;width&quot;:864}"/>
</p:tagLst>
</file>

<file path=ppt/tags/tag49.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1_1"/>
  <p:tag name="KSO_WM_UNIT_PRESET_TEXT" val="请在此输入您的文本。"/>
  <p:tag name="KSO_WM_UNIT_TYPE" val="l_h_f"/>
  <p:tag name="KSO_WM_CARDGROUP_LAYOUT_DATA" val="{&quot;cardRct&quot;:[960,2400,17280,1620],&quot;lytRct&quot;:[960,2400,17280,7440],&quot;rct&quot;:[960,2400,17280,7440],&quot;spRct&quot;:[1840,570,16799,1049]}"/>
  <p:tag name="KSO_WM_DIAGRAM_VIRTUALLY_FRAME" val="{&quot;height&quot;:407.3933070866142,&quot;left&quot;:48,&quot;top&quot;:116.4,&quot;width&quot;:864}"/>
</p:tagLst>
</file>

<file path=ppt/tags/tag50.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2_1*l_h_y*"/>
  <p:tag name="KSO_WM_SLIDE_FIGMA_DIAGRAM" val="1"/>
  <p:tag name="KSO_WM_UNIT_INDEX" val="1_2_2"/>
  <p:tag name="KSO_WM_UNIT_TYPE" val="l_h_i"/>
  <p:tag name="KSO_WM_CARDGROUP_LAYOUT_DATA" val="{&quot;cardRct&quot;:[960,4340,17280,1620],&quot;lytRct&quot;:[960,2400,17280,7440],&quot;rct&quot;:[960,2400,17280,7440],&quot;spRct&quot;:[0,1940,17279,3559]}"/>
  <p:tag name="KSO_WM_DIAGRAM_VIRTUALLY_FRAME" val="{&quot;height&quot;:407.3933070866142,&quot;left&quot;:48,&quot;top&quot;:116.4,&quot;width&quot;:864}"/>
</p:tagLst>
</file>

<file path=ppt/tags/tag51.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2"/>
  <p:tag name="KSO_WM_UNIT_INDEX" val="1_2_1"/>
  <p:tag name="KSO_WM_UNIT_SUBTYPE" val="d"/>
  <p:tag name="KSO_WM_UNIT_TYPE" val="l_h_i"/>
  <p:tag name="KSO_WM_CARDGROUP_LAYOUT_DATA" val="{&quot;cardRct&quot;:[960,4340,17280,1620],&quot;lytRct&quot;:[960,2400,17280,7440],&quot;rct&quot;:[960,2400,17280,7440],&quot;spRct&quot;:[480,2270,1439,3229]}"/>
  <p:tag name="KSO_WM_DIAGRAM_VIRTUALLY_FRAME" val="{&quot;height&quot;:407.3933070866142,&quot;left&quot;:48,&quot;top&quot;:116.4,&quot;width&quot;:864}"/>
</p:tagLst>
</file>

<file path=ppt/tags/tag52.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2_1"/>
  <p:tag name="KSO_WM_UNIT_PRESET_TEXT" val="请在此输入您的文本。"/>
  <p:tag name="KSO_WM_UNIT_TYPE" val="l_h_f"/>
  <p:tag name="KSO_WM_CARDGROUP_LAYOUT_DATA" val="{&quot;cardRct&quot;:[960,4340,17280,1620],&quot;lytRct&quot;:[960,2400,17280,7440],&quot;rct&quot;:[960,2400,17280,7440],&quot;spRct&quot;:[1840,2510,16799,2989]}"/>
  <p:tag name="KSO_WM_DIAGRAM_VIRTUALLY_FRAME" val="{&quot;height&quot;:407.3933070866142,&quot;left&quot;:48,&quot;top&quot;:116.4,&quot;width&quot;:864}"/>
</p:tagLst>
</file>

<file path=ppt/tags/tag53.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3_1*l_h_y*"/>
  <p:tag name="KSO_WM_SLIDE_FIGMA_DIAGRAM" val="1"/>
  <p:tag name="KSO_WM_UNIT_INDEX" val="1_3_2"/>
  <p:tag name="KSO_WM_UNIT_TYPE" val="l_h_i"/>
  <p:tag name="KSO_WM_CARDGROUP_LAYOUT_DATA" val="{&quot;cardRct&quot;:[960,6280,17280,1620],&quot;lytRct&quot;:[960,2400,17280,7440],&quot;rct&quot;:[960,2400,17280,7440],&quot;spRct&quot;:[0,3880,17279,5499]}"/>
  <p:tag name="KSO_WM_DIAGRAM_VIRTUALLY_FRAME" val="{&quot;height&quot;:407.3933070866142,&quot;left&quot;:48,&quot;top&quot;:116.4,&quot;width&quot;:864}"/>
</p:tagLst>
</file>

<file path=ppt/tags/tag54.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3"/>
  <p:tag name="KSO_WM_UNIT_INDEX" val="1_3_1"/>
  <p:tag name="KSO_WM_UNIT_SUBTYPE" val="d"/>
  <p:tag name="KSO_WM_UNIT_TYPE" val="l_h_i"/>
  <p:tag name="KSO_WM_CARDGROUP_LAYOUT_DATA" val="{&quot;cardRct&quot;:[960,6280,17280,1620],&quot;lytRct&quot;:[960,2400,17280,7440],&quot;rct&quot;:[960,2400,17280,7440],&quot;spRct&quot;:[480,4210,1439,5169]}"/>
  <p:tag name="KSO_WM_DIAGRAM_VIRTUALLY_FRAME" val="{&quot;height&quot;:407.3933070866142,&quot;left&quot;:48,&quot;top&quot;:116.4,&quot;width&quot;:864}"/>
</p:tagLst>
</file>

<file path=ppt/tags/tag55.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3_1"/>
  <p:tag name="KSO_WM_UNIT_PRESET_TEXT" val="请在此输入您的文本。"/>
  <p:tag name="KSO_WM_UNIT_TYPE" val="l_h_f"/>
  <p:tag name="KSO_WM_CARDGROUP_LAYOUT_DATA" val="{&quot;cardRct&quot;:[960,6280,17280,1620],&quot;lytRct&quot;:[960,2400,17280,7440],&quot;rct&quot;:[960,2400,17280,7440],&quot;spRct&quot;:[1840,4450,16799,4929]}"/>
  <p:tag name="KSO_WM_DIAGRAM_VIRTUALLY_FRAME" val="{&quot;height&quot;:407.3933070866142,&quot;left&quot;:48,&quot;top&quot;:116.4,&quot;width&quot;:864}"/>
</p:tagLst>
</file>

<file path=ppt/tags/tag56.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4_1*l_h_y*"/>
  <p:tag name="KSO_WM_SLIDE_FIGMA_DIAGRAM" val="1"/>
  <p:tag name="KSO_WM_UNIT_INDEX" val="1_4_2"/>
  <p:tag name="KSO_WM_UNIT_TYPE" val="l_h_i"/>
  <p:tag name="KSO_WM_CARDGROUP_LAYOUT_DATA" val="{&quot;cardRct&quot;:[960,8220,17280,1620],&quot;lytRct&quot;:[960,2400,17280,7440],&quot;rct&quot;:[960,2400,17280,7440],&quot;spRct&quot;:[0,5820,17279,7439]}"/>
  <p:tag name="KSO_WM_DIAGRAM_VIRTUALLY_FRAME" val="{&quot;height&quot;:407.3933070866142,&quot;left&quot;:48,&quot;top&quot;:116.4,&quot;width&quot;:864}"/>
</p:tagLst>
</file>

<file path=ppt/tags/tag57.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4"/>
  <p:tag name="KSO_WM_UNIT_INDEX" val="1_4_1"/>
  <p:tag name="KSO_WM_UNIT_SUBTYPE" val="d"/>
  <p:tag name="KSO_WM_UNIT_TYPE" val="l_h_i"/>
  <p:tag name="KSO_WM_CARDGROUP_LAYOUT_DATA" val="{&quot;cardRct&quot;:[960,8220,17280,1620],&quot;lytRct&quot;:[960,2400,17280,7440],&quot;rct&quot;:[960,2400,17280,7440],&quot;spRct&quot;:[480,6150,1439,7109]}"/>
  <p:tag name="KSO_WM_DIAGRAM_VIRTUALLY_FRAME" val="{&quot;height&quot;:407.3933070866142,&quot;left&quot;:48,&quot;top&quot;:116.4,&quot;width&quot;:864}"/>
</p:tagLst>
</file>

<file path=ppt/tags/tag58.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4_1"/>
  <p:tag name="KSO_WM_UNIT_PRESET_TEXT" val="请在此输入您的文本。"/>
  <p:tag name="KSO_WM_UNIT_TYPE" val="l_h_f"/>
  <p:tag name="KSO_WM_CARDGROUP_LAYOUT_DATA" val="{&quot;cardRct&quot;:[960,8220,17280,1620],&quot;lytRct&quot;:[960,2400,17280,7440],&quot;rct&quot;:[960,2400,17280,7440],&quot;spRct&quot;:[1840,6390,16799,6869]}"/>
  <p:tag name="KSO_WM_DIAGRAM_VIRTUALLY_FRAME" val="{&quot;height&quot;:407.3933070866142,&quot;left&quot;:48,&quot;top&quot;:116.4,&quot;width&quot;:864}"/>
</p:tagLst>
</file>

<file path=ppt/tags/tag59.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1_1*l_h_y*"/>
  <p:tag name="KSO_WM_SLIDE_FIGMA_DIAGRAM" val="1"/>
  <p:tag name="KSO_WM_UNIT_INDEX" val="1_1_2"/>
  <p:tag name="KSO_WM_UNIT_TYPE" val="l_h_i"/>
  <p:tag name="KSO_WM_CARDGROUP_LAYOUT_DATA" val="{&quot;cardRct&quot;:[960,2400,17280,1620],&quot;lytRct&quot;:[960,2400,17280,7440],&quot;rct&quot;:[960,2400,17280,7440],&quot;spRct&quot;:[0,0,17279,1619]}"/>
  <p:tag name="KSO_WM_DIAGRAM_VIRTUALLY_FRAME" val="{&quot;height&quot;:405.54330708661416,&quot;left&quot;:48,&quot;top&quot;:118.25,&quot;width&quot;:864}"/>
</p:tagLst>
</file>

<file path=ppt/tags/tag60.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1"/>
  <p:tag name="KSO_WM_UNIT_INDEX" val="1_1_1"/>
  <p:tag name="KSO_WM_UNIT_SUBTYPE" val="d"/>
  <p:tag name="KSO_WM_UNIT_TYPE" val="l_h_i"/>
  <p:tag name="KSO_WM_CARDGROUP_LAYOUT_DATA" val="{&quot;cardRct&quot;:[960,2400,17280,1620],&quot;lytRct&quot;:[960,2400,17280,7440],&quot;rct&quot;:[960,2400,17280,7440],&quot;spRct&quot;:[480,330,1439,1289]}"/>
  <p:tag name="KSO_WM_DIAGRAM_VIRTUALLY_FRAME" val="{&quot;height&quot;:405.54330708661416,&quot;left&quot;:48,&quot;top&quot;:118.25,&quot;width&quot;:864}"/>
</p:tagLst>
</file>

<file path=ppt/tags/tag61.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1_1"/>
  <p:tag name="KSO_WM_UNIT_PRESET_TEXT" val="请在此输入您的文本。"/>
  <p:tag name="KSO_WM_UNIT_TYPE" val="l_h_f"/>
  <p:tag name="KSO_WM_CARDGROUP_LAYOUT_DATA" val="{&quot;cardRct&quot;:[960,2400,17280,1620],&quot;lytRct&quot;:[960,2400,17280,7440],&quot;rct&quot;:[960,2400,17280,7440],&quot;spRct&quot;:[1840,570,16799,1049]}"/>
  <p:tag name="KSO_WM_DIAGRAM_VIRTUALLY_FRAME" val="{&quot;height&quot;:405.54330708661416,&quot;left&quot;:48,&quot;top&quot;:118.25,&quot;width&quot;:864}"/>
</p:tagLst>
</file>

<file path=ppt/tags/tag62.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3_1*l_h_y*"/>
  <p:tag name="KSO_WM_SLIDE_FIGMA_DIAGRAM" val="1"/>
  <p:tag name="KSO_WM_UNIT_INDEX" val="1_3_2"/>
  <p:tag name="KSO_WM_UNIT_TYPE" val="l_h_i"/>
  <p:tag name="KSO_WM_CARDGROUP_LAYOUT_DATA" val="{&quot;cardRct&quot;:[960,6280,17280,1620],&quot;lytRct&quot;:[960,2400,17280,7440],&quot;rct&quot;:[960,2400,17280,7440],&quot;spRct&quot;:[0,3880,17279,5499]}"/>
  <p:tag name="KSO_WM_DIAGRAM_VIRTUALLY_FRAME" val="{&quot;height&quot;:405.54330708661416,&quot;left&quot;:48,&quot;top&quot;:118.25,&quot;width&quot;:864}"/>
</p:tagLst>
</file>

<file path=ppt/tags/tag63.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3"/>
  <p:tag name="KSO_WM_UNIT_INDEX" val="1_3_1"/>
  <p:tag name="KSO_WM_UNIT_SUBTYPE" val="d"/>
  <p:tag name="KSO_WM_UNIT_TYPE" val="l_h_i"/>
  <p:tag name="KSO_WM_CARDGROUP_LAYOUT_DATA" val="{&quot;cardRct&quot;:[960,6280,17280,1620],&quot;lytRct&quot;:[960,2400,17280,7440],&quot;rct&quot;:[960,2400,17280,7440],&quot;spRct&quot;:[480,4210,1439,5169]}"/>
  <p:tag name="KSO_WM_DIAGRAM_VIRTUALLY_FRAME" val="{&quot;height&quot;:405.54330708661416,&quot;left&quot;:48,&quot;top&quot;:118.25,&quot;width&quot;:864}"/>
</p:tagLst>
</file>

<file path=ppt/tags/tag64.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3_1"/>
  <p:tag name="KSO_WM_UNIT_PRESET_TEXT" val="请在此输入您的文本。"/>
  <p:tag name="KSO_WM_UNIT_TYPE" val="l_h_f"/>
  <p:tag name="KSO_WM_CARDGROUP_LAYOUT_DATA" val="{&quot;cardRct&quot;:[960,6280,17280,1620],&quot;lytRct&quot;:[960,2400,17280,7440],&quot;rct&quot;:[960,2400,17280,7440],&quot;spRct&quot;:[1840,4450,16799,4929]}"/>
  <p:tag name="KSO_WM_DIAGRAM_VIRTUALLY_FRAME" val="{&quot;height&quot;:405.54330708661416,&quot;left&quot;:48,&quot;top&quot;:118.25,&quot;width&quot;:864}"/>
</p:tagLst>
</file>

<file path=ppt/tags/tag65.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4_1*l_h_y*"/>
  <p:tag name="KSO_WM_SLIDE_FIGMA_DIAGRAM" val="1"/>
  <p:tag name="KSO_WM_UNIT_INDEX" val="1_4_2"/>
  <p:tag name="KSO_WM_UNIT_TYPE" val="l_h_i"/>
  <p:tag name="KSO_WM_CARDGROUP_LAYOUT_DATA" val="{&quot;cardRct&quot;:[960,8220,17280,1620],&quot;lytRct&quot;:[960,2400,17280,7440],&quot;rct&quot;:[960,2400,17280,7440],&quot;spRct&quot;:[0,5820,17279,7439]}"/>
  <p:tag name="KSO_WM_DIAGRAM_VIRTUALLY_FRAME" val="{&quot;height&quot;:405.54330708661416,&quot;left&quot;:48,&quot;top&quot;:118.25,&quot;width&quot;:864}"/>
</p:tagLst>
</file>

<file path=ppt/tags/tag66.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4"/>
  <p:tag name="KSO_WM_UNIT_INDEX" val="1_4_1"/>
  <p:tag name="KSO_WM_UNIT_SUBTYPE" val="d"/>
  <p:tag name="KSO_WM_UNIT_TYPE" val="l_h_i"/>
  <p:tag name="KSO_WM_CARDGROUP_LAYOUT_DATA" val="{&quot;cardRct&quot;:[960,8220,17280,1620],&quot;lytRct&quot;:[960,2400,17280,7440],&quot;rct&quot;:[960,2400,17280,7440],&quot;spRct&quot;:[480,6150,1439,7109]}"/>
  <p:tag name="KSO_WM_DIAGRAM_VIRTUALLY_FRAME" val="{&quot;height&quot;:405.54330708661416,&quot;left&quot;:48,&quot;top&quot;:118.25,&quot;width&quot;:864}"/>
</p:tagLst>
</file>

<file path=ppt/tags/tag67.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4_1"/>
  <p:tag name="KSO_WM_UNIT_PRESET_TEXT" val="请在此输入您的文本。"/>
  <p:tag name="KSO_WM_UNIT_TYPE" val="l_h_f"/>
  <p:tag name="KSO_WM_CARDGROUP_LAYOUT_DATA" val="{&quot;cardRct&quot;:[960,8220,17280,1620],&quot;lytRct&quot;:[960,2400,17280,7440],&quot;rct&quot;:[960,2400,17280,7440],&quot;spRct&quot;:[1840,6390,16799,6869]}"/>
  <p:tag name="KSO_WM_DIAGRAM_VIRTUALLY_FRAME" val="{&quot;height&quot;:405.54330708661416,&quot;left&quot;:48,&quot;top&quot;:118.25,&quot;width&quot;:864}"/>
</p:tagLst>
</file>

<file path=ppt/tags/tag68.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1_1*l_h_y*"/>
  <p:tag name="KSO_WM_SLIDE_FIGMA_DIAGRAM" val="1"/>
  <p:tag name="KSO_WM_UNIT_INDEX" val="1_1_2"/>
  <p:tag name="KSO_WM_UNIT_TYPE" val="l_h_i"/>
  <p:tag name="KSO_WM_CARDGROUP_LAYOUT_DATA" val="{&quot;cardRct&quot;:[960,2400,17280,1620],&quot;lytRct&quot;:[960,2400,17280,7440],&quot;rct&quot;:[960,2400,17280,7440],&quot;spRct&quot;:[0,0,17279,1619]}"/>
  <p:tag name="KSO_WM_DIAGRAM_VIRTUALLY_FRAME" val="{&quot;height&quot;:403.79330708661416,&quot;left&quot;:48,&quot;top&quot;:120,&quot;width&quot;:864}"/>
</p:tagLst>
</file>

<file path=ppt/tags/tag69.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1"/>
  <p:tag name="KSO_WM_UNIT_INDEX" val="1_1_1"/>
  <p:tag name="KSO_WM_UNIT_SUBTYPE" val="d"/>
  <p:tag name="KSO_WM_UNIT_TYPE" val="l_h_i"/>
  <p:tag name="KSO_WM_CARDGROUP_LAYOUT_DATA" val="{&quot;cardRct&quot;:[960,2400,17280,1620],&quot;lytRct&quot;:[960,2400,17280,7440],&quot;rct&quot;:[960,2400,17280,7440],&quot;spRct&quot;:[480,330,1439,1289]}"/>
  <p:tag name="KSO_WM_DIAGRAM_VIRTUALLY_FRAME" val="{&quot;height&quot;:403.79330708661416,&quot;left&quot;:48,&quot;top&quot;:120,&quot;width&quot;:864}"/>
</p:tagLst>
</file>

<file path=ppt/tags/tag70.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1_1"/>
  <p:tag name="KSO_WM_UNIT_PRESET_TEXT" val="请在此输入您的文本。"/>
  <p:tag name="KSO_WM_UNIT_TYPE" val="l_h_f"/>
  <p:tag name="KSO_WM_CARDGROUP_LAYOUT_DATA" val="{&quot;cardRct&quot;:[960,2400,17280,1620],&quot;lytRct&quot;:[960,2400,17280,7440],&quot;rct&quot;:[960,2400,17280,7440],&quot;spRct&quot;:[1840,570,16799,1049]}"/>
  <p:tag name="KSO_WM_DIAGRAM_VIRTUALLY_FRAME" val="{&quot;height&quot;:403.79330708661416,&quot;left&quot;:48,&quot;top&quot;:120,&quot;width&quot;:864}"/>
</p:tagLst>
</file>

<file path=ppt/tags/tag71.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2"/>
  <p:tag name="KSO_WM_UNIT_INDEX" val="1_2_1"/>
  <p:tag name="KSO_WM_UNIT_SUBTYPE" val="d"/>
  <p:tag name="KSO_WM_UNIT_TYPE" val="l_h_i"/>
  <p:tag name="KSO_WM_CARDGROUP_LAYOUT_DATA" val="{&quot;cardRct&quot;:[960,4340,17280,1620],&quot;lytRct&quot;:[960,2400,17280,7440],&quot;rct&quot;:[960,2400,17280,7440],&quot;spRct&quot;:[480,2270,1439,3229]}"/>
  <p:tag name="KSO_WM_DIAGRAM_VIRTUALLY_FRAME" val="{&quot;height&quot;:403.79330708661416,&quot;left&quot;:48,&quot;top&quot;:120,&quot;width&quot;:864}"/>
</p:tagLst>
</file>

<file path=ppt/tags/tag72.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3_1*l_h_y*"/>
  <p:tag name="KSO_WM_SLIDE_FIGMA_DIAGRAM" val="1"/>
  <p:tag name="KSO_WM_UNIT_INDEX" val="1_3_2"/>
  <p:tag name="KSO_WM_UNIT_TYPE" val="l_h_i"/>
  <p:tag name="KSO_WM_CARDGROUP_LAYOUT_DATA" val="{&quot;cardRct&quot;:[960,6280,17280,1620],&quot;lytRct&quot;:[960,2400,17280,7440],&quot;rct&quot;:[960,2400,17280,7440],&quot;spRct&quot;:[0,3880,17279,5499]}"/>
  <p:tag name="KSO_WM_DIAGRAM_VIRTUALLY_FRAME" val="{&quot;height&quot;:403.79330708661416,&quot;left&quot;:48,&quot;top&quot;:120,&quot;width&quot;:864}"/>
</p:tagLst>
</file>

<file path=ppt/tags/tag73.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3"/>
  <p:tag name="KSO_WM_UNIT_INDEX" val="1_3_1"/>
  <p:tag name="KSO_WM_UNIT_SUBTYPE" val="d"/>
  <p:tag name="KSO_WM_UNIT_TYPE" val="l_h_i"/>
  <p:tag name="KSO_WM_CARDGROUP_LAYOUT_DATA" val="{&quot;cardRct&quot;:[960,6280,17280,1620],&quot;lytRct&quot;:[960,2400,17280,7440],&quot;rct&quot;:[960,2400,17280,7440],&quot;spRct&quot;:[480,4210,1439,5169]}"/>
  <p:tag name="KSO_WM_DIAGRAM_VIRTUALLY_FRAME" val="{&quot;height&quot;:403.79330708661416,&quot;left&quot;:48,&quot;top&quot;:120,&quot;width&quot;:864}"/>
</p:tagLst>
</file>

<file path=ppt/tags/tag74.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3_1"/>
  <p:tag name="KSO_WM_UNIT_PRESET_TEXT" val="请在此输入您的文本。"/>
  <p:tag name="KSO_WM_UNIT_TYPE" val="l_h_f"/>
  <p:tag name="KSO_WM_CARDGROUP_LAYOUT_DATA" val="{&quot;cardRct&quot;:[960,6280,17280,1620],&quot;lytRct&quot;:[960,2400,17280,7440],&quot;rct&quot;:[960,2400,17280,7440],&quot;spRct&quot;:[1840,4450,16799,4929]}"/>
  <p:tag name="KSO_WM_DIAGRAM_VIRTUALLY_FRAME" val="{&quot;height&quot;:403.79330708661416,&quot;left&quot;:48,&quot;top&quot;:120,&quot;width&quot;:864}"/>
</p:tagLst>
</file>

<file path=ppt/tags/tag75.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4"/>
  <p:tag name="KSO_WM_UNIT_INDEX" val="1_4_1"/>
  <p:tag name="KSO_WM_UNIT_SUBTYPE" val="d"/>
  <p:tag name="KSO_WM_UNIT_TYPE" val="l_h_i"/>
  <p:tag name="KSO_WM_CARDGROUP_LAYOUT_DATA" val="{&quot;cardRct&quot;:[960,8220,17280,1620],&quot;lytRct&quot;:[960,2400,17280,7440],&quot;rct&quot;:[960,2400,17280,7440],&quot;spRct&quot;:[480,6150,1439,7109]}"/>
  <p:tag name="KSO_WM_DIAGRAM_VIRTUALLY_FRAME" val="{&quot;height&quot;:403.79330708661416,&quot;left&quot;:48,&quot;top&quot;:120,&quot;width&quot;:864}"/>
</p:tagLst>
</file>

<file path=ppt/tags/tag76.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1_1*l_h_y*"/>
  <p:tag name="KSO_WM_SLIDE_FIGMA_DIAGRAM" val="1"/>
  <p:tag name="KSO_WM_UNIT_INDEX" val="1_1_2"/>
  <p:tag name="KSO_WM_UNIT_TYPE" val="l_h_i"/>
  <p:tag name="KSO_WM_CARDGROUP_LAYOUT_DATA" val="{&quot;cardRct&quot;:[960,2400,17280,1620],&quot;lytRct&quot;:[960,2400,17280,7440],&quot;rct&quot;:[960,2400,17280,7440],&quot;spRct&quot;:[0,0,17279,1619]}"/>
  <p:tag name="KSO_WM_DIAGRAM_VIRTUALLY_FRAME" val="{&quot;height&quot;:403.79330708661416,&quot;left&quot;:48,&quot;top&quot;:120,&quot;width&quot;:864}"/>
</p:tagLst>
</file>

<file path=ppt/tags/tag77.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1"/>
  <p:tag name="KSO_WM_UNIT_INDEX" val="1_1_1"/>
  <p:tag name="KSO_WM_UNIT_SUBTYPE" val="d"/>
  <p:tag name="KSO_WM_UNIT_TYPE" val="l_h_i"/>
  <p:tag name="KSO_WM_CARDGROUP_LAYOUT_DATA" val="{&quot;cardRct&quot;:[960,2400,17280,1620],&quot;lytRct&quot;:[960,2400,17280,7440],&quot;rct&quot;:[960,2400,17280,7440],&quot;spRct&quot;:[480,330,1439,1289]}"/>
  <p:tag name="KSO_WM_DIAGRAM_VIRTUALLY_FRAME" val="{&quot;height&quot;:403.79330708661416,&quot;left&quot;:48,&quot;top&quot;:120,&quot;width&quot;:864}"/>
</p:tagLst>
</file>

<file path=ppt/tags/tag78.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1_1"/>
  <p:tag name="KSO_WM_UNIT_PRESET_TEXT" val="请在此输入您的文本。"/>
  <p:tag name="KSO_WM_UNIT_TYPE" val="l_h_f"/>
  <p:tag name="KSO_WM_CARDGROUP_LAYOUT_DATA" val="{&quot;cardRct&quot;:[960,2400,17280,1620],&quot;lytRct&quot;:[960,2400,17280,7440],&quot;rct&quot;:[960,2400,17280,7440],&quot;spRct&quot;:[1840,570,16799,1049]}"/>
  <p:tag name="KSO_WM_DIAGRAM_VIRTUALLY_FRAME" val="{&quot;height&quot;:403.79330708661416,&quot;left&quot;:48,&quot;top&quot;:120,&quot;width&quot;:864}"/>
</p:tagLst>
</file>

<file path=ppt/tags/tag79.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2"/>
  <p:tag name="KSO_WM_UNIT_INDEX" val="1_2_1"/>
  <p:tag name="KSO_WM_UNIT_SUBTYPE" val="d"/>
  <p:tag name="KSO_WM_UNIT_TYPE" val="l_h_i"/>
  <p:tag name="KSO_WM_CARDGROUP_LAYOUT_DATA" val="{&quot;cardRct&quot;:[960,4340,17280,1620],&quot;lytRct&quot;:[960,2400,17280,7440],&quot;rct&quot;:[960,2400,17280,7440],&quot;spRct&quot;:[480,2270,1439,3229]}"/>
  <p:tag name="KSO_WM_DIAGRAM_VIRTUALLY_FRAME" val="{&quot;height&quot;:403.79330708661416,&quot;left&quot;:48,&quot;top&quot;:120,&quot;width&quot;:864}"/>
</p:tagLst>
</file>

<file path=ppt/tags/tag80.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3_1*l_h_y*"/>
  <p:tag name="KSO_WM_SLIDE_FIGMA_DIAGRAM" val="1"/>
  <p:tag name="KSO_WM_UNIT_INDEX" val="1_3_2"/>
  <p:tag name="KSO_WM_UNIT_TYPE" val="l_h_i"/>
  <p:tag name="KSO_WM_CARDGROUP_LAYOUT_DATA" val="{&quot;cardRct&quot;:[960,6280,17280,1620],&quot;lytRct&quot;:[960,2400,17280,7440],&quot;rct&quot;:[960,2400,17280,7440],&quot;spRct&quot;:[0,3880,17279,5499]}"/>
  <p:tag name="KSO_WM_DIAGRAM_VIRTUALLY_FRAME" val="{&quot;height&quot;:403.79330708661416,&quot;left&quot;:48,&quot;top&quot;:120,&quot;width&quot;:864}"/>
</p:tagLst>
</file>

<file path=ppt/tags/tag81.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3"/>
  <p:tag name="KSO_WM_UNIT_INDEX" val="1_3_1"/>
  <p:tag name="KSO_WM_UNIT_SUBTYPE" val="d"/>
  <p:tag name="KSO_WM_UNIT_TYPE" val="l_h_i"/>
  <p:tag name="KSO_WM_CARDGROUP_LAYOUT_DATA" val="{&quot;cardRct&quot;:[960,6280,17280,1620],&quot;lytRct&quot;:[960,2400,17280,7440],&quot;rct&quot;:[960,2400,17280,7440],&quot;spRct&quot;:[480,4210,1439,5169]}"/>
  <p:tag name="KSO_WM_DIAGRAM_VIRTUALLY_FRAME" val="{&quot;height&quot;:403.79330708661416,&quot;left&quot;:48,&quot;top&quot;:120,&quot;width&quot;:864}"/>
</p:tagLst>
</file>

<file path=ppt/tags/tag82.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3_1"/>
  <p:tag name="KSO_WM_UNIT_PRESET_TEXT" val="请在此输入您的文本。"/>
  <p:tag name="KSO_WM_UNIT_TYPE" val="l_h_f"/>
  <p:tag name="KSO_WM_CARDGROUP_LAYOUT_DATA" val="{&quot;cardRct&quot;:[960,6280,17280,1620],&quot;lytRct&quot;:[960,2400,17280,7440],&quot;rct&quot;:[960,2400,17280,7440],&quot;spRct&quot;:[1840,4450,16799,4929]}"/>
  <p:tag name="KSO_WM_DIAGRAM_VIRTUALLY_FRAME" val="{&quot;height&quot;:403.79330708661416,&quot;left&quot;:48,&quot;top&quot;:120,&quot;width&quot;:864}"/>
</p:tagLst>
</file>

<file path=ppt/tags/tag83.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4"/>
  <p:tag name="KSO_WM_UNIT_INDEX" val="1_4_1"/>
  <p:tag name="KSO_WM_UNIT_SUBTYPE" val="d"/>
  <p:tag name="KSO_WM_UNIT_TYPE" val="l_h_i"/>
  <p:tag name="KSO_WM_CARDGROUP_LAYOUT_DATA" val="{&quot;cardRct&quot;:[960,8220,17280,1620],&quot;lytRct&quot;:[960,2400,17280,7440],&quot;rct&quot;:[960,2400,17280,7440],&quot;spRct&quot;:[480,6150,1439,7109]}"/>
  <p:tag name="KSO_WM_DIAGRAM_VIRTUALLY_FRAME" val="{&quot;height&quot;:403.79330708661416,&quot;left&quot;:48,&quot;top&quot;:120,&quot;width&quot;:864}"/>
</p:tagLst>
</file>

<file path=ppt/tags/tag84.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1_1*l_h_y*"/>
  <p:tag name="KSO_WM_SLIDE_FIGMA_DIAGRAM" val="1"/>
  <p:tag name="KSO_WM_UNIT_INDEX" val="1_1_2"/>
  <p:tag name="KSO_WM_UNIT_TYPE" val="l_h_i"/>
  <p:tag name="KSO_WM_CARDGROUP_LAYOUT_DATA" val="{&quot;cardRct&quot;:[960,2400,17280,1620],&quot;lytRct&quot;:[960,2400,17280,7440],&quot;rct&quot;:[960,2400,17280,7440],&quot;spRct&quot;:[0,0,17279,1619]}"/>
  <p:tag name="KSO_WM_DIAGRAM_VIRTUALLY_FRAME" val="{&quot;height&quot;:403.79330708661416,&quot;left&quot;:48,&quot;top&quot;:120,&quot;width&quot;:864}"/>
</p:tagLst>
</file>

<file path=ppt/tags/tag85.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1"/>
  <p:tag name="KSO_WM_UNIT_INDEX" val="1_1_1"/>
  <p:tag name="KSO_WM_UNIT_SUBTYPE" val="d"/>
  <p:tag name="KSO_WM_UNIT_TYPE" val="l_h_i"/>
  <p:tag name="KSO_WM_CARDGROUP_LAYOUT_DATA" val="{&quot;cardRct&quot;:[960,2400,17280,1620],&quot;lytRct&quot;:[960,2400,17280,7440],&quot;rct&quot;:[960,2400,17280,7440],&quot;spRct&quot;:[480,330,1439,1289]}"/>
  <p:tag name="KSO_WM_DIAGRAM_VIRTUALLY_FRAME" val="{&quot;height&quot;:403.79330708661416,&quot;left&quot;:48,&quot;top&quot;:120,&quot;width&quot;:864}"/>
</p:tagLst>
</file>

<file path=ppt/tags/tag86.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1_1"/>
  <p:tag name="KSO_WM_UNIT_PRESET_TEXT" val="请在此输入您的文本。"/>
  <p:tag name="KSO_WM_UNIT_TYPE" val="l_h_f"/>
  <p:tag name="KSO_WM_CARDGROUP_LAYOUT_DATA" val="{&quot;cardRct&quot;:[960,2400,17280,1620],&quot;lytRct&quot;:[960,2400,17280,7440],&quot;rct&quot;:[960,2400,17280,7440],&quot;spRct&quot;:[1840,570,16799,1049]}"/>
  <p:tag name="KSO_WM_DIAGRAM_VIRTUALLY_FRAME" val="{&quot;height&quot;:403.79330708661416,&quot;left&quot;:48,&quot;top&quot;:120,&quot;width&quot;:864}"/>
</p:tagLst>
</file>

<file path=ppt/tags/tag87.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2_1*l_h_y*"/>
  <p:tag name="KSO_WM_SLIDE_FIGMA_DIAGRAM" val="1"/>
  <p:tag name="KSO_WM_UNIT_INDEX" val="1_2_2"/>
  <p:tag name="KSO_WM_UNIT_TYPE" val="l_h_i"/>
  <p:tag name="KSO_WM_CARDGROUP_LAYOUT_DATA" val="{&quot;cardRct&quot;:[960,4340,17280,1620],&quot;lytRct&quot;:[960,2400,17280,7440],&quot;rct&quot;:[960,2400,17280,7440],&quot;spRct&quot;:[0,1940,17279,3559]}"/>
  <p:tag name="KSO_WM_DIAGRAM_VIRTUALLY_FRAME" val="{&quot;height&quot;:403.79330708661416,&quot;left&quot;:48,&quot;top&quot;:120,&quot;width&quot;:864}"/>
</p:tagLst>
</file>

<file path=ppt/tags/tag88.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2"/>
  <p:tag name="KSO_WM_UNIT_INDEX" val="1_2_1"/>
  <p:tag name="KSO_WM_UNIT_SUBTYPE" val="d"/>
  <p:tag name="KSO_WM_UNIT_TYPE" val="l_h_i"/>
  <p:tag name="KSO_WM_CARDGROUP_LAYOUT_DATA" val="{&quot;cardRct&quot;:[960,4340,17280,1620],&quot;lytRct&quot;:[960,2400,17280,7440],&quot;rct&quot;:[960,2400,17280,7440],&quot;spRct&quot;:[480,2270,1439,3229]}"/>
  <p:tag name="KSO_WM_DIAGRAM_VIRTUALLY_FRAME" val="{&quot;height&quot;:403.79330708661416,&quot;left&quot;:48,&quot;top&quot;:120,&quot;width&quot;:864}"/>
</p:tagLst>
</file>

<file path=ppt/tags/tag89.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2_1"/>
  <p:tag name="KSO_WM_UNIT_PRESET_TEXT" val="请在此输入您的文本。"/>
  <p:tag name="KSO_WM_UNIT_TYPE" val="l_h_f"/>
  <p:tag name="KSO_WM_CARDGROUP_LAYOUT_DATA" val="{&quot;cardRct&quot;:[960,4340,17280,1620],&quot;lytRct&quot;:[960,2400,17280,7440],&quot;rct&quot;:[960,2400,17280,7440],&quot;spRct&quot;:[1840,2510,16799,2989]}"/>
  <p:tag name="KSO_WM_DIAGRAM_VIRTUALLY_FRAME" val="{&quot;height&quot;:403.79330708661416,&quot;left&quot;:48,&quot;top&quot;:120,&quot;width&quot;:864}"/>
</p:tagLst>
</file>

<file path=ppt/tags/tag90.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3_1*l_h_y*"/>
  <p:tag name="KSO_WM_SLIDE_FIGMA_DIAGRAM" val="1"/>
  <p:tag name="KSO_WM_UNIT_INDEX" val="1_3_2"/>
  <p:tag name="KSO_WM_UNIT_TYPE" val="l_h_i"/>
  <p:tag name="KSO_WM_CARDGROUP_LAYOUT_DATA" val="{&quot;cardRct&quot;:[960,6280,17280,1620],&quot;lytRct&quot;:[960,2400,17280,7440],&quot;rct&quot;:[960,2400,17280,7440],&quot;spRct&quot;:[0,3880,17279,5499]}"/>
  <p:tag name="KSO_WM_DIAGRAM_VIRTUALLY_FRAME" val="{&quot;height&quot;:403.79330708661416,&quot;left&quot;:48,&quot;top&quot;:120,&quot;width&quot;:864}"/>
</p:tagLst>
</file>

<file path=ppt/tags/tag91.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3"/>
  <p:tag name="KSO_WM_UNIT_INDEX" val="1_3_1"/>
  <p:tag name="KSO_WM_UNIT_SUBTYPE" val="d"/>
  <p:tag name="KSO_WM_UNIT_TYPE" val="l_h_i"/>
  <p:tag name="KSO_WM_CARDGROUP_LAYOUT_DATA" val="{&quot;cardRct&quot;:[960,6280,17280,1620],&quot;lytRct&quot;:[960,2400,17280,7440],&quot;rct&quot;:[960,2400,17280,7440],&quot;spRct&quot;:[480,4210,1439,5169]}"/>
  <p:tag name="KSO_WM_DIAGRAM_VIRTUALLY_FRAME" val="{&quot;height&quot;:403.79330708661416,&quot;left&quot;:48,&quot;top&quot;:120,&quot;width&quot;:864}"/>
</p:tagLst>
</file>

<file path=ppt/tags/tag92.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3_1"/>
  <p:tag name="KSO_WM_UNIT_PRESET_TEXT" val="请在此输入您的文本。"/>
  <p:tag name="KSO_WM_UNIT_TYPE" val="l_h_f"/>
  <p:tag name="KSO_WM_CARDGROUP_LAYOUT_DATA" val="{&quot;cardRct&quot;:[960,6280,17280,1620],&quot;lytRct&quot;:[960,2400,17280,7440],&quot;rct&quot;:[960,2400,17280,7440],&quot;spRct&quot;:[1840,4450,16799,4929]}"/>
  <p:tag name="KSO_WM_DIAGRAM_VIRTUALLY_FRAME" val="{&quot;height&quot;:403.79330708661416,&quot;left&quot;:48,&quot;top&quot;:120,&quot;width&quot;:864}"/>
</p:tagLst>
</file>

<file path=ppt/tags/tag93.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FOLLOW_SHAPE_UNIT_TAG" val="1_4_1*l_h_y*"/>
  <p:tag name="KSO_WM_SLIDE_FIGMA_DIAGRAM" val="1"/>
  <p:tag name="KSO_WM_UNIT_INDEX" val="1_4_2"/>
  <p:tag name="KSO_WM_UNIT_TYPE" val="l_h_i"/>
  <p:tag name="KSO_WM_CARDGROUP_LAYOUT_DATA" val="{&quot;cardRct&quot;:[960,8220,17280,1620],&quot;lytRct&quot;:[960,2400,17280,7440],&quot;rct&quot;:[960,2400,17280,7440],&quot;spRct&quot;:[0,5820,17279,7439]}"/>
  <p:tag name="KSO_WM_DIAGRAM_VIRTUALLY_FRAME" val="{&quot;height&quot;:403.79330708661416,&quot;left&quot;:48,&quot;top&quot;:120,&quot;width&quot;:864}"/>
</p:tagLst>
</file>

<file path=ppt/tags/tag94.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CARD_PRESET_INDEX_NO" val="04"/>
  <p:tag name="KSO_WM_UNIT_INDEX" val="1_4_1"/>
  <p:tag name="KSO_WM_UNIT_SUBTYPE" val="d"/>
  <p:tag name="KSO_WM_UNIT_TYPE" val="l_h_i"/>
  <p:tag name="KSO_WM_CARDGROUP_LAYOUT_DATA" val="{&quot;cardRct&quot;:[960,8220,17280,1620],&quot;lytRct&quot;:[960,2400,17280,7440],&quot;rct&quot;:[960,2400,17280,7440],&quot;spRct&quot;:[480,6150,1439,7109]}"/>
  <p:tag name="KSO_WM_DIAGRAM_VIRTUALLY_FRAME" val="{&quot;height&quot;:403.79330708661416,&quot;left&quot;:48,&quot;top&quot;:120,&quot;width&quot;:864}"/>
</p:tagLst>
</file>

<file path=ppt/tags/tag95.xml><?xml version="1.0" encoding="utf-8"?>
<p:tagLst xmlns:p="http://schemas.openxmlformats.org/presentationml/2006/main">
  <p:tag name="KSO_WM_CARDGROUP_FEATURE" val="1*10*7*0*1"/>
  <p:tag name="KSO_WM_CARDGROUP_ID" val="481dcb78e7044e02b1ee56d1cb240166"/>
  <p:tag name="KSO_WM_CARDGROUP_REVERSE_POSITION" val="0"/>
  <p:tag name="KSO_WM_CARDGROUP_STYLE_INFO" val="C1_sc_p2*standard*1"/>
  <p:tag name="KSO_WM_FIGMA_FLAG" val="#fgm#"/>
  <p:tag name="KSO_WM_SLIDE_FIGMA_DIAGRAM" val="1"/>
  <p:tag name="KSO_WM_UNIT_INDEX" val="1_4_1"/>
  <p:tag name="KSO_WM_UNIT_PRESET_TEXT" val="请在此输入您的文本。"/>
  <p:tag name="KSO_WM_UNIT_TYPE" val="l_h_f"/>
  <p:tag name="KSO_WM_CARDGROUP_LAYOUT_DATA" val="{&quot;cardRct&quot;:[960,8220,17280,1620],&quot;lytRct&quot;:[960,2400,17280,7440],&quot;rct&quot;:[960,2400,17280,7440],&quot;spRct&quot;:[1840,6390,16799,6869]}"/>
  <p:tag name="KSO_WM_DIAGRAM_VIRTUALLY_FRAME" val="{&quot;height&quot;:403.79330708661416,&quot;left&quot;:48,&quot;top&quot;:120,&quot;width&quot;:864}"/>
</p:tagLst>
</file>

<file path=ppt/theme/theme1.xml><?xml version="1.0" encoding="utf-8"?>
<a:theme xmlns:a="http://schemas.openxmlformats.org/drawingml/2006/main" name="Office 主题​​">
  <a:themeElements>
    <a:clrScheme name="自定义 523">
      <a:dk1>
        <a:sysClr val="windowText" lastClr="000000"/>
      </a:dk1>
      <a:lt1>
        <a:sysClr val="window" lastClr="FFFFFF"/>
      </a:lt1>
      <a:dk2>
        <a:srgbClr val="44546A"/>
      </a:dk2>
      <a:lt2>
        <a:srgbClr val="E7E6E6"/>
      </a:lt2>
      <a:accent1>
        <a:srgbClr val="51766C"/>
      </a:accent1>
      <a:accent2>
        <a:srgbClr val="51766C"/>
      </a:accent2>
      <a:accent3>
        <a:srgbClr val="51766C"/>
      </a:accent3>
      <a:accent4>
        <a:srgbClr val="51766C"/>
      </a:accent4>
      <a:accent5>
        <a:srgbClr val="51766C"/>
      </a:accent5>
      <a:accent6>
        <a:srgbClr val="51766C"/>
      </a:accent6>
      <a:hlink>
        <a:srgbClr val="0563C1"/>
      </a:hlink>
      <a:folHlink>
        <a:srgbClr val="954F72"/>
      </a:folHlink>
    </a:clrScheme>
    <a:fontScheme name="">
      <a:majorFont>
        <a:latin typeface="Arial"/>
        <a:ea typeface="汉仪刚艺体-95简"/>
        <a:cs typeface=""/>
      </a:majorFont>
      <a:minorFont>
        <a:latin typeface="Arial"/>
        <a:ea typeface="汉仪中简黑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rtlCol="0" anchor="ctr">
        <a:noAutofit/>
      </a:bodyPr>
      <a:lstStyle>
        <a:defPPr algn="ctr">
          <a:defRPr dirty="0">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523">
      <a:dk1>
        <a:sysClr val="windowText" lastClr="000000"/>
      </a:dk1>
      <a:lt1>
        <a:sysClr val="window" lastClr="FFFFFF"/>
      </a:lt1>
      <a:dk2>
        <a:srgbClr val="44546A"/>
      </a:dk2>
      <a:lt2>
        <a:srgbClr val="E7E6E6"/>
      </a:lt2>
      <a:accent1>
        <a:srgbClr val="51766C"/>
      </a:accent1>
      <a:accent2>
        <a:srgbClr val="51766C"/>
      </a:accent2>
      <a:accent3>
        <a:srgbClr val="51766C"/>
      </a:accent3>
      <a:accent4>
        <a:srgbClr val="51766C"/>
      </a:accent4>
      <a:accent5>
        <a:srgbClr val="51766C"/>
      </a:accent5>
      <a:accent6>
        <a:srgbClr val="51766C"/>
      </a:accent6>
      <a:hlink>
        <a:srgbClr val="0563C1"/>
      </a:hlink>
      <a:folHlink>
        <a:srgbClr val="954F72"/>
      </a:folHlink>
    </a:clrScheme>
    <a:fontScheme name="">
      <a:majorFont>
        <a:latin typeface="Arial"/>
        <a:ea typeface="汉仪刚艺体-95简"/>
        <a:cs typeface=""/>
      </a:majorFont>
      <a:minorFont>
        <a:latin typeface="Arial"/>
        <a:ea typeface="汉仪中简黑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rtlCol="0" anchor="ctr">
        <a:noAutofit/>
      </a:bodyPr>
      <a:lstStyle>
        <a:defPPr algn="ctr">
          <a:defRPr dirty="0">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9962</Words>
  <Application>WPS 演示</Application>
  <PresentationFormat>宽屏</PresentationFormat>
  <Paragraphs>183</Paragraphs>
  <Slides>14</Slides>
  <Notes>0</Notes>
  <HiddenSlides>1</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14</vt:i4>
      </vt:variant>
    </vt:vector>
  </HeadingPairs>
  <TitlesOfParts>
    <vt:vector size="29" baseType="lpstr">
      <vt:lpstr>Arial</vt:lpstr>
      <vt:lpstr>宋体</vt:lpstr>
      <vt:lpstr>Wingdings</vt:lpstr>
      <vt:lpstr>微软雅黑</vt:lpstr>
      <vt:lpstr>阿里巴巴和七个小矮人</vt:lpstr>
      <vt:lpstr>YF补 汉仪夏日体</vt:lpstr>
      <vt:lpstr>MS UI Gothic</vt:lpstr>
      <vt:lpstr>汉仪刚艺体-95简</vt:lpstr>
      <vt:lpstr>汉仪夏日体W</vt:lpstr>
      <vt:lpstr>汉仪中简黑简</vt:lpstr>
      <vt:lpstr>黑体</vt:lpstr>
      <vt:lpstr>Arial Unicode MS</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19940802</dc:creator>
  <cp:lastModifiedBy>何冠奇</cp:lastModifiedBy>
  <cp:revision>46</cp:revision>
  <dcterms:created xsi:type="dcterms:W3CDTF">2020-07-24T15:43:00Z</dcterms:created>
  <dcterms:modified xsi:type="dcterms:W3CDTF">2026-07-20T06:17:54Z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KSOTemplateUUID">
    <vt:lpwstr>v1.0_mb_/ETIbcujxA6YTHdVuo1jqQ==</vt:lpwstr>
  </property>
  <property fmtid="{D5CDD505-2E9C-101B-9397-08002B2CF9AE}" pid="4" name="ICV">
    <vt:lpwstr>65691037F2CE46CBA864A00FCF15BF1E_13</vt:lpwstr>
  </property>
</Properties>
</file>